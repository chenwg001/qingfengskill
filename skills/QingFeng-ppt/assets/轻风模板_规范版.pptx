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223CFC"/>
    <a:srgbClr val="3452EA"/>
    <a:srgbClr val="0066FF"/>
    <a:srgbClr val="2A4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16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8D58-9FDD-4C58-9FC4-4667448151F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8A948-9DDE-4D71-BE98-DB3674A985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0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0_Cover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ctrTitle"/>
          </p:nvPr>
        </p:nvSpPr>
        <p:spPr>
          <a:xfrm>
            <a:off x="1219200" y="2286000"/>
            <a:ext cx="97536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ctr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副标题 2"/>
          <p:cNvSpPr>
            <a:spLocks noGrp="1"/>
          </p:cNvSpPr>
          <p:nvPr>
            <p:ph type="subTitle" idx="1"/>
          </p:nvPr>
        </p:nvSpPr>
        <p:spPr>
          <a:xfrm>
            <a:off x="1219200" y="3657600"/>
            <a:ext cx="97536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ctr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8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874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1_TOC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10363200" cy="480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4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081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ectionHeader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1030183" y="3115750"/>
            <a:ext cx="103632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79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10363200" cy="480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4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115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_Content_2Col_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>
            <a:extLst>
              <a:ext uri="{FF2B5EF4-FFF2-40B4-BE49-F238E27FC236}">
                <a16:creationId xmlns:a16="http://schemas.microsoft.com/office/drawing/2014/main" id="{8018EA01-F1D6-4D7E-83BF-7D7F913C5A16}"/>
              </a:ext>
            </a:extLst>
          </p:cNvPr>
          <p:cNvGrpSpPr/>
          <p:nvPr userDrawn="1"/>
        </p:nvGrpSpPr>
        <p:grpSpPr>
          <a:xfrm>
            <a:off x="722932" y="1489494"/>
            <a:ext cx="10823839" cy="5057793"/>
            <a:chOff x="659336" y="1162058"/>
            <a:chExt cx="10823839" cy="5057793"/>
          </a:xfrm>
        </p:grpSpPr>
        <p:sp>
          <p:nvSpPr>
            <p:cNvPr id="2" name="任意多边形: 形状 104">
              <a:extLst>
                <a:ext uri="{FF2B5EF4-FFF2-40B4-BE49-F238E27FC236}">
                  <a16:creationId xmlns:a16="http://schemas.microsoft.com/office/drawing/2014/main" id="{8BA936F5-8E46-6C24-471B-26655B5BA5C9}"/>
                </a:ext>
              </a:extLst>
            </p:cNvPr>
            <p:cNvSpPr/>
            <p:nvPr userDrawn="1"/>
          </p:nvSpPr>
          <p:spPr>
            <a:xfrm>
              <a:off x="757231" y="1346442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66B5380-CC13-1BF1-50AF-1ECC7817AA2E}"/>
                </a:ext>
              </a:extLst>
            </p:cNvPr>
            <p:cNvGrpSpPr/>
            <p:nvPr userDrawn="1"/>
          </p:nvGrpSpPr>
          <p:grpSpPr>
            <a:xfrm flipV="1">
              <a:off x="681616" y="5973450"/>
              <a:ext cx="349918" cy="226697"/>
              <a:chOff x="6478016" y="2446274"/>
              <a:chExt cx="310628" cy="201243"/>
            </a:xfrm>
          </p:grpSpPr>
          <p:cxnSp>
            <p:nvCxnSpPr>
              <p:cNvPr id="4" name="直接连接符 136">
                <a:extLst>
                  <a:ext uri="{FF2B5EF4-FFF2-40B4-BE49-F238E27FC236}">
                    <a16:creationId xmlns:a16="http://schemas.microsoft.com/office/drawing/2014/main" id="{B80979AC-16C1-2D66-EADD-D6811B22C8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" name="直接连接符 137">
                <a:extLst>
                  <a:ext uri="{FF2B5EF4-FFF2-40B4-BE49-F238E27FC236}">
                    <a16:creationId xmlns:a16="http://schemas.microsoft.com/office/drawing/2014/main" id="{C1196695-48FD-CE1F-FD3F-23A161BBB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CAF2C03-DE2E-75E0-B8EB-43407B776FAF}"/>
                </a:ext>
              </a:extLst>
            </p:cNvPr>
            <p:cNvGrpSpPr/>
            <p:nvPr userDrawn="1"/>
          </p:nvGrpSpPr>
          <p:grpSpPr>
            <a:xfrm flipH="1" flipV="1">
              <a:off x="4369116" y="5973450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7" name="平行四边形 6">
                <a:extLst>
                  <a:ext uri="{FF2B5EF4-FFF2-40B4-BE49-F238E27FC236}">
                    <a16:creationId xmlns:a16="http://schemas.microsoft.com/office/drawing/2014/main" id="{03E1D8CF-CFDC-69F2-D65F-802ADCF36665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526F2B20-13A0-C7E0-3919-6CAA0698E75B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AFE94AC9-565F-ADB9-8D1B-B4B59D966E9C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EE5CFDB8-3497-50F2-36BB-3542D000B98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3F91E525-0ADC-D87D-01D6-EF20B8C1DAFA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42D84378-80AA-F57B-F62E-E9B22AA9B953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3" name="平行四边形 12">
                <a:extLst>
                  <a:ext uri="{FF2B5EF4-FFF2-40B4-BE49-F238E27FC236}">
                    <a16:creationId xmlns:a16="http://schemas.microsoft.com/office/drawing/2014/main" id="{DF49E73A-5DAE-95D3-68DE-E769413584CD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4" name="平行四边形 13">
                <a:extLst>
                  <a:ext uri="{FF2B5EF4-FFF2-40B4-BE49-F238E27FC236}">
                    <a16:creationId xmlns:a16="http://schemas.microsoft.com/office/drawing/2014/main" id="{28052F97-BBFE-57B1-CFBE-90EDED5C431B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F12E726D-378F-5C49-7FAF-082EE616055D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6" name="平行四边形 15">
                <a:extLst>
                  <a:ext uri="{FF2B5EF4-FFF2-40B4-BE49-F238E27FC236}">
                    <a16:creationId xmlns:a16="http://schemas.microsoft.com/office/drawing/2014/main" id="{1F8C6696-EFC1-9C29-74BD-49083CAC25DE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19B5DD64-D5F7-BF04-626E-382285BC42B5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6C0EF55-05B8-DE50-0F0F-FDFB4070A19D}"/>
                </a:ext>
              </a:extLst>
            </p:cNvPr>
            <p:cNvGrpSpPr/>
            <p:nvPr userDrawn="1"/>
          </p:nvGrpSpPr>
          <p:grpSpPr>
            <a:xfrm>
              <a:off x="659336" y="11620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19" name="平行四边形 18">
                <a:extLst>
                  <a:ext uri="{FF2B5EF4-FFF2-40B4-BE49-F238E27FC236}">
                    <a16:creationId xmlns:a16="http://schemas.microsoft.com/office/drawing/2014/main" id="{6B5458B7-C548-225E-BCB6-8EA77B9CCE53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0" name="平行四边形 19">
                <a:extLst>
                  <a:ext uri="{FF2B5EF4-FFF2-40B4-BE49-F238E27FC236}">
                    <a16:creationId xmlns:a16="http://schemas.microsoft.com/office/drawing/2014/main" id="{28B51361-1BD4-D708-725D-170FF28AB8C3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8543F2AD-B562-7AF0-6FDE-44D341A95FD3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2" name="平行四边形 21">
                <a:extLst>
                  <a:ext uri="{FF2B5EF4-FFF2-40B4-BE49-F238E27FC236}">
                    <a16:creationId xmlns:a16="http://schemas.microsoft.com/office/drawing/2014/main" id="{F5E1F8F6-89E9-5852-9C95-722EF2216DE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5639ED30-EFE9-0A5D-94F2-704F16BF9BBD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86E1FB73-0AB8-B92D-9157-25D2546AF354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A36770D1-3723-FA57-FA39-A142324D3613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1F74865C-BBBD-2D53-D693-F9720D211598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2A8D15E8-8FA5-E84D-E67E-2F26F9CDF550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C0813CCA-9C9F-B234-667D-5CD4D676EC7F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2BEAA233-9E36-3155-FA13-C58FD8D8E60A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60C7539-A2AC-A1B7-CCD1-64E704B0FF69}"/>
                </a:ext>
              </a:extLst>
            </p:cNvPr>
            <p:cNvGrpSpPr/>
            <p:nvPr userDrawn="1"/>
          </p:nvGrpSpPr>
          <p:grpSpPr>
            <a:xfrm>
              <a:off x="4252281" y="5973454"/>
              <a:ext cx="1421123" cy="246397"/>
              <a:chOff x="9443085" y="3842729"/>
              <a:chExt cx="1272539" cy="218731"/>
            </a:xfrm>
          </p:grpSpPr>
          <p:cxnSp>
            <p:nvCxnSpPr>
              <p:cNvPr id="31" name="直接连接符 112">
                <a:extLst>
                  <a:ext uri="{FF2B5EF4-FFF2-40B4-BE49-F238E27FC236}">
                    <a16:creationId xmlns:a16="http://schemas.microsoft.com/office/drawing/2014/main" id="{7188B97E-968F-ED4D-F36B-35B72C0EB3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直接连接符 113">
                <a:extLst>
                  <a:ext uri="{FF2B5EF4-FFF2-40B4-BE49-F238E27FC236}">
                    <a16:creationId xmlns:a16="http://schemas.microsoft.com/office/drawing/2014/main" id="{6D772351-B897-CEAF-8509-D61755F2F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40696CE-0FA6-C591-7951-5F124F8E8DC6}"/>
                </a:ext>
              </a:extLst>
            </p:cNvPr>
            <p:cNvGrpSpPr/>
            <p:nvPr userDrawn="1"/>
          </p:nvGrpSpPr>
          <p:grpSpPr>
            <a:xfrm rot="10800000" flipV="1">
              <a:off x="5335365" y="1253899"/>
              <a:ext cx="349918" cy="226697"/>
              <a:chOff x="6478016" y="2446274"/>
              <a:chExt cx="310628" cy="201243"/>
            </a:xfrm>
          </p:grpSpPr>
          <p:cxnSp>
            <p:nvCxnSpPr>
              <p:cNvPr id="34" name="直接连接符 110">
                <a:extLst>
                  <a:ext uri="{FF2B5EF4-FFF2-40B4-BE49-F238E27FC236}">
                    <a16:creationId xmlns:a16="http://schemas.microsoft.com/office/drawing/2014/main" id="{D0544729-6A69-D196-1840-33DD2D8C5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直接连接符 111">
                <a:extLst>
                  <a:ext uri="{FF2B5EF4-FFF2-40B4-BE49-F238E27FC236}">
                    <a16:creationId xmlns:a16="http://schemas.microsoft.com/office/drawing/2014/main" id="{655FD90E-B693-D15A-D163-DD17C4C74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5E2ADE22-7B9B-54C2-3C5F-2172BF7440AD}"/>
                </a:ext>
              </a:extLst>
            </p:cNvPr>
            <p:cNvSpPr/>
            <p:nvPr userDrawn="1"/>
          </p:nvSpPr>
          <p:spPr>
            <a:xfrm>
              <a:off x="1039636" y="1669447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02CF44A6-FFD2-E8BE-8FE3-793171D738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6841" y="1641900"/>
              <a:ext cx="368300" cy="419100"/>
            </a:xfrm>
            <a:custGeom>
              <a:avLst/>
              <a:gdLst>
                <a:gd name="T0" fmla="*/ 0 w 373"/>
                <a:gd name="T1" fmla="*/ 426 h 426"/>
                <a:gd name="T2" fmla="*/ 0 w 373"/>
                <a:gd name="T3" fmla="*/ 426 h 426"/>
                <a:gd name="T4" fmla="*/ 373 w 373"/>
                <a:gd name="T5" fmla="*/ 426 h 426"/>
                <a:gd name="T6" fmla="*/ 373 w 373"/>
                <a:gd name="T7" fmla="*/ 0 h 426"/>
                <a:gd name="T8" fmla="*/ 0 w 373"/>
                <a:gd name="T9" fmla="*/ 0 h 426"/>
                <a:gd name="T10" fmla="*/ 0 w 373"/>
                <a:gd name="T11" fmla="*/ 426 h 426"/>
                <a:gd name="T12" fmla="*/ 294 w 373"/>
                <a:gd name="T13" fmla="*/ 66 h 426"/>
                <a:gd name="T14" fmla="*/ 294 w 373"/>
                <a:gd name="T15" fmla="*/ 66 h 426"/>
                <a:gd name="T16" fmla="*/ 320 w 373"/>
                <a:gd name="T17" fmla="*/ 119 h 426"/>
                <a:gd name="T18" fmla="*/ 266 w 373"/>
                <a:gd name="T19" fmla="*/ 119 h 426"/>
                <a:gd name="T20" fmla="*/ 294 w 373"/>
                <a:gd name="T21" fmla="*/ 66 h 426"/>
                <a:gd name="T22" fmla="*/ 54 w 373"/>
                <a:gd name="T23" fmla="*/ 80 h 426"/>
                <a:gd name="T24" fmla="*/ 54 w 373"/>
                <a:gd name="T25" fmla="*/ 80 h 426"/>
                <a:gd name="T26" fmla="*/ 212 w 373"/>
                <a:gd name="T27" fmla="*/ 80 h 426"/>
                <a:gd name="T28" fmla="*/ 212 w 373"/>
                <a:gd name="T29" fmla="*/ 106 h 426"/>
                <a:gd name="T30" fmla="*/ 54 w 373"/>
                <a:gd name="T31" fmla="*/ 106 h 426"/>
                <a:gd name="T32" fmla="*/ 54 w 373"/>
                <a:gd name="T33" fmla="*/ 80 h 426"/>
                <a:gd name="T34" fmla="*/ 292 w 373"/>
                <a:gd name="T35" fmla="*/ 186 h 426"/>
                <a:gd name="T36" fmla="*/ 292 w 373"/>
                <a:gd name="T37" fmla="*/ 186 h 426"/>
                <a:gd name="T38" fmla="*/ 320 w 373"/>
                <a:gd name="T39" fmla="*/ 239 h 426"/>
                <a:gd name="T40" fmla="*/ 266 w 373"/>
                <a:gd name="T41" fmla="*/ 239 h 426"/>
                <a:gd name="T42" fmla="*/ 292 w 373"/>
                <a:gd name="T43" fmla="*/ 186 h 426"/>
                <a:gd name="T44" fmla="*/ 54 w 373"/>
                <a:gd name="T45" fmla="*/ 199 h 426"/>
                <a:gd name="T46" fmla="*/ 54 w 373"/>
                <a:gd name="T47" fmla="*/ 199 h 426"/>
                <a:gd name="T48" fmla="*/ 213 w 373"/>
                <a:gd name="T49" fmla="*/ 199 h 426"/>
                <a:gd name="T50" fmla="*/ 213 w 373"/>
                <a:gd name="T51" fmla="*/ 226 h 426"/>
                <a:gd name="T52" fmla="*/ 54 w 373"/>
                <a:gd name="T53" fmla="*/ 226 h 426"/>
                <a:gd name="T54" fmla="*/ 54 w 373"/>
                <a:gd name="T55" fmla="*/ 199 h 426"/>
                <a:gd name="T56" fmla="*/ 267 w 373"/>
                <a:gd name="T57" fmla="*/ 306 h 426"/>
                <a:gd name="T58" fmla="*/ 267 w 373"/>
                <a:gd name="T59" fmla="*/ 306 h 426"/>
                <a:gd name="T60" fmla="*/ 320 w 373"/>
                <a:gd name="T61" fmla="*/ 306 h 426"/>
                <a:gd name="T62" fmla="*/ 293 w 373"/>
                <a:gd name="T63" fmla="*/ 359 h 426"/>
                <a:gd name="T64" fmla="*/ 267 w 373"/>
                <a:gd name="T65" fmla="*/ 306 h 426"/>
                <a:gd name="T66" fmla="*/ 54 w 373"/>
                <a:gd name="T67" fmla="*/ 319 h 426"/>
                <a:gd name="T68" fmla="*/ 54 w 373"/>
                <a:gd name="T69" fmla="*/ 319 h 426"/>
                <a:gd name="T70" fmla="*/ 212 w 373"/>
                <a:gd name="T71" fmla="*/ 319 h 426"/>
                <a:gd name="T72" fmla="*/ 212 w 373"/>
                <a:gd name="T73" fmla="*/ 346 h 426"/>
                <a:gd name="T74" fmla="*/ 54 w 373"/>
                <a:gd name="T75" fmla="*/ 346 h 426"/>
                <a:gd name="T76" fmla="*/ 54 w 373"/>
                <a:gd name="T77" fmla="*/ 319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3" h="426">
                  <a:moveTo>
                    <a:pt x="0" y="426"/>
                  </a:moveTo>
                  <a:lnTo>
                    <a:pt x="0" y="426"/>
                  </a:lnTo>
                  <a:lnTo>
                    <a:pt x="373" y="426"/>
                  </a:lnTo>
                  <a:lnTo>
                    <a:pt x="373" y="0"/>
                  </a:lnTo>
                  <a:lnTo>
                    <a:pt x="0" y="0"/>
                  </a:lnTo>
                  <a:lnTo>
                    <a:pt x="0" y="426"/>
                  </a:lnTo>
                  <a:close/>
                  <a:moveTo>
                    <a:pt x="294" y="66"/>
                  </a:moveTo>
                  <a:lnTo>
                    <a:pt x="294" y="66"/>
                  </a:lnTo>
                  <a:lnTo>
                    <a:pt x="320" y="119"/>
                  </a:lnTo>
                  <a:lnTo>
                    <a:pt x="266" y="119"/>
                  </a:lnTo>
                  <a:lnTo>
                    <a:pt x="294" y="66"/>
                  </a:lnTo>
                  <a:close/>
                  <a:moveTo>
                    <a:pt x="54" y="80"/>
                  </a:moveTo>
                  <a:lnTo>
                    <a:pt x="54" y="80"/>
                  </a:lnTo>
                  <a:lnTo>
                    <a:pt x="212" y="80"/>
                  </a:lnTo>
                  <a:lnTo>
                    <a:pt x="212" y="106"/>
                  </a:lnTo>
                  <a:lnTo>
                    <a:pt x="54" y="106"/>
                  </a:lnTo>
                  <a:lnTo>
                    <a:pt x="54" y="80"/>
                  </a:lnTo>
                  <a:close/>
                  <a:moveTo>
                    <a:pt x="292" y="186"/>
                  </a:moveTo>
                  <a:lnTo>
                    <a:pt x="292" y="186"/>
                  </a:lnTo>
                  <a:lnTo>
                    <a:pt x="320" y="239"/>
                  </a:lnTo>
                  <a:lnTo>
                    <a:pt x="266" y="239"/>
                  </a:lnTo>
                  <a:lnTo>
                    <a:pt x="292" y="186"/>
                  </a:lnTo>
                  <a:close/>
                  <a:moveTo>
                    <a:pt x="54" y="199"/>
                  </a:moveTo>
                  <a:lnTo>
                    <a:pt x="54" y="199"/>
                  </a:lnTo>
                  <a:lnTo>
                    <a:pt x="213" y="199"/>
                  </a:lnTo>
                  <a:lnTo>
                    <a:pt x="213" y="226"/>
                  </a:lnTo>
                  <a:lnTo>
                    <a:pt x="54" y="226"/>
                  </a:lnTo>
                  <a:lnTo>
                    <a:pt x="54" y="199"/>
                  </a:lnTo>
                  <a:close/>
                  <a:moveTo>
                    <a:pt x="267" y="306"/>
                  </a:moveTo>
                  <a:lnTo>
                    <a:pt x="267" y="306"/>
                  </a:lnTo>
                  <a:lnTo>
                    <a:pt x="320" y="306"/>
                  </a:lnTo>
                  <a:lnTo>
                    <a:pt x="293" y="359"/>
                  </a:lnTo>
                  <a:lnTo>
                    <a:pt x="267" y="306"/>
                  </a:lnTo>
                  <a:close/>
                  <a:moveTo>
                    <a:pt x="54" y="319"/>
                  </a:moveTo>
                  <a:lnTo>
                    <a:pt x="54" y="319"/>
                  </a:lnTo>
                  <a:lnTo>
                    <a:pt x="212" y="319"/>
                  </a:lnTo>
                  <a:lnTo>
                    <a:pt x="212" y="346"/>
                  </a:lnTo>
                  <a:lnTo>
                    <a:pt x="54" y="346"/>
                  </a:lnTo>
                  <a:lnTo>
                    <a:pt x="54" y="319"/>
                  </a:lnTo>
                  <a:close/>
                </a:path>
              </a:pathLst>
            </a:custGeom>
            <a:solidFill>
              <a:schemeClr val="accent4"/>
            </a:solidFill>
            <a:ln w="0">
              <a:solidFill>
                <a:schemeClr val="accent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104">
              <a:extLst>
                <a:ext uri="{FF2B5EF4-FFF2-40B4-BE49-F238E27FC236}">
                  <a16:creationId xmlns:a16="http://schemas.microsoft.com/office/drawing/2014/main" id="{65B3D78F-9C42-88C3-423F-95221196AE8D}"/>
                </a:ext>
              </a:extLst>
            </p:cNvPr>
            <p:cNvSpPr/>
            <p:nvPr userDrawn="1"/>
          </p:nvSpPr>
          <p:spPr>
            <a:xfrm>
              <a:off x="6555123" y="1346442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7E36A09-4651-8741-AE95-987CF6C3300F}"/>
                </a:ext>
              </a:extLst>
            </p:cNvPr>
            <p:cNvGrpSpPr/>
            <p:nvPr userDrawn="1"/>
          </p:nvGrpSpPr>
          <p:grpSpPr>
            <a:xfrm flipV="1">
              <a:off x="6479508" y="5973450"/>
              <a:ext cx="349918" cy="226697"/>
              <a:chOff x="6478016" y="2446274"/>
              <a:chExt cx="310628" cy="201243"/>
            </a:xfrm>
          </p:grpSpPr>
          <p:cxnSp>
            <p:nvCxnSpPr>
              <p:cNvPr id="43" name="直接连接符 136">
                <a:extLst>
                  <a:ext uri="{FF2B5EF4-FFF2-40B4-BE49-F238E27FC236}">
                    <a16:creationId xmlns:a16="http://schemas.microsoft.com/office/drawing/2014/main" id="{482865E6-F9CF-69E3-026F-A1D72A733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直接连接符 137">
                <a:extLst>
                  <a:ext uri="{FF2B5EF4-FFF2-40B4-BE49-F238E27FC236}">
                    <a16:creationId xmlns:a16="http://schemas.microsoft.com/office/drawing/2014/main" id="{AED8700E-BF59-7AB3-1671-C5956E51C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9185955-44EE-4F09-BDFF-014E9FDA9B40}"/>
                </a:ext>
              </a:extLst>
            </p:cNvPr>
            <p:cNvGrpSpPr/>
            <p:nvPr userDrawn="1"/>
          </p:nvGrpSpPr>
          <p:grpSpPr>
            <a:xfrm flipH="1" flipV="1">
              <a:off x="10167008" y="5973450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46" name="平行四边形 45">
                <a:extLst>
                  <a:ext uri="{FF2B5EF4-FFF2-40B4-BE49-F238E27FC236}">
                    <a16:creationId xmlns:a16="http://schemas.microsoft.com/office/drawing/2014/main" id="{0A6A0F9E-5DE0-0D49-872A-861A7D35C0BC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07EC6486-C5D1-52E9-2D0A-F92B99244179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FD3880AB-AF08-385A-6937-FD4E585D46FB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9" name="平行四边形 48">
                <a:extLst>
                  <a:ext uri="{FF2B5EF4-FFF2-40B4-BE49-F238E27FC236}">
                    <a16:creationId xmlns:a16="http://schemas.microsoft.com/office/drawing/2014/main" id="{C2D4F802-4618-DAD8-7F5A-709971C88F0A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7C7E9ABA-8D4D-29E7-2540-1E79A4B4DCF6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1" name="平行四边形 50">
                <a:extLst>
                  <a:ext uri="{FF2B5EF4-FFF2-40B4-BE49-F238E27FC236}">
                    <a16:creationId xmlns:a16="http://schemas.microsoft.com/office/drawing/2014/main" id="{07A40562-690A-302C-C7A9-7FE8C4B3DD06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2" name="平行四边形 51">
                <a:extLst>
                  <a:ext uri="{FF2B5EF4-FFF2-40B4-BE49-F238E27FC236}">
                    <a16:creationId xmlns:a16="http://schemas.microsoft.com/office/drawing/2014/main" id="{7C53A2E2-4FCB-5137-99A3-0736FCA6352E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3" name="平行四边形 52">
                <a:extLst>
                  <a:ext uri="{FF2B5EF4-FFF2-40B4-BE49-F238E27FC236}">
                    <a16:creationId xmlns:a16="http://schemas.microsoft.com/office/drawing/2014/main" id="{2E267A86-883A-D808-1E5B-2ED6900995B2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B50ED5DB-E136-9650-151B-22612353C954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97A5B421-F20B-68DC-3B68-3455B3487A85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9B819F89-A88F-B5CC-D10A-E1C9F97C3962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6BD920A-2D50-752E-1A9A-DFF577507013}"/>
                </a:ext>
              </a:extLst>
            </p:cNvPr>
            <p:cNvGrpSpPr/>
            <p:nvPr userDrawn="1"/>
          </p:nvGrpSpPr>
          <p:grpSpPr>
            <a:xfrm>
              <a:off x="6457228" y="11620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58" name="平行四边形 57">
                <a:extLst>
                  <a:ext uri="{FF2B5EF4-FFF2-40B4-BE49-F238E27FC236}">
                    <a16:creationId xmlns:a16="http://schemas.microsoft.com/office/drawing/2014/main" id="{F8F4F111-B083-A9D1-B38F-C158261EF082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9" name="平行四边形 58">
                <a:extLst>
                  <a:ext uri="{FF2B5EF4-FFF2-40B4-BE49-F238E27FC236}">
                    <a16:creationId xmlns:a16="http://schemas.microsoft.com/office/drawing/2014/main" id="{FDBFD8C9-9E1E-459F-B9B5-E353937E81FD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0" name="平行四边形 59">
                <a:extLst>
                  <a:ext uri="{FF2B5EF4-FFF2-40B4-BE49-F238E27FC236}">
                    <a16:creationId xmlns:a16="http://schemas.microsoft.com/office/drawing/2014/main" id="{591AA5B0-FE83-ABBD-2EDB-BD79F1F7EDD8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1" name="平行四边形 60">
                <a:extLst>
                  <a:ext uri="{FF2B5EF4-FFF2-40B4-BE49-F238E27FC236}">
                    <a16:creationId xmlns:a16="http://schemas.microsoft.com/office/drawing/2014/main" id="{C3324154-CCEA-D1A5-4A23-ABA44A0B9E29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2" name="平行四边形 61">
                <a:extLst>
                  <a:ext uri="{FF2B5EF4-FFF2-40B4-BE49-F238E27FC236}">
                    <a16:creationId xmlns:a16="http://schemas.microsoft.com/office/drawing/2014/main" id="{F1F3B3FD-4139-5145-FDE5-6D5430732667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3" name="平行四边形 62">
                <a:extLst>
                  <a:ext uri="{FF2B5EF4-FFF2-40B4-BE49-F238E27FC236}">
                    <a16:creationId xmlns:a16="http://schemas.microsoft.com/office/drawing/2014/main" id="{CD4D7F9D-B3CB-1DE1-85E1-C717C8E9B76B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4" name="平行四边形 63">
                <a:extLst>
                  <a:ext uri="{FF2B5EF4-FFF2-40B4-BE49-F238E27FC236}">
                    <a16:creationId xmlns:a16="http://schemas.microsoft.com/office/drawing/2014/main" id="{018D0438-B986-3D07-1597-8C8E7DA09B57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5" name="平行四边形 64">
                <a:extLst>
                  <a:ext uri="{FF2B5EF4-FFF2-40B4-BE49-F238E27FC236}">
                    <a16:creationId xmlns:a16="http://schemas.microsoft.com/office/drawing/2014/main" id="{6A804F6D-C7F1-61D8-936D-C5E7AB868401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6" name="平行四边形 65">
                <a:extLst>
                  <a:ext uri="{FF2B5EF4-FFF2-40B4-BE49-F238E27FC236}">
                    <a16:creationId xmlns:a16="http://schemas.microsoft.com/office/drawing/2014/main" id="{D7AB58EE-949E-74A9-44BB-6C078BFFFF55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7" name="平行四边形 66">
                <a:extLst>
                  <a:ext uri="{FF2B5EF4-FFF2-40B4-BE49-F238E27FC236}">
                    <a16:creationId xmlns:a16="http://schemas.microsoft.com/office/drawing/2014/main" id="{5B7F83F4-5B0A-106E-18D4-C2484E0FD3B3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8" name="平行四边形 67">
                <a:extLst>
                  <a:ext uri="{FF2B5EF4-FFF2-40B4-BE49-F238E27FC236}">
                    <a16:creationId xmlns:a16="http://schemas.microsoft.com/office/drawing/2014/main" id="{47EA1E8D-F881-EE74-8468-49BCF59897D7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C0D59A1-B31F-66F0-018E-0744E0989C23}"/>
                </a:ext>
              </a:extLst>
            </p:cNvPr>
            <p:cNvGrpSpPr/>
            <p:nvPr userDrawn="1"/>
          </p:nvGrpSpPr>
          <p:grpSpPr>
            <a:xfrm>
              <a:off x="10050173" y="5973454"/>
              <a:ext cx="1421123" cy="246397"/>
              <a:chOff x="9443085" y="3842729"/>
              <a:chExt cx="1272539" cy="218731"/>
            </a:xfrm>
          </p:grpSpPr>
          <p:cxnSp>
            <p:nvCxnSpPr>
              <p:cNvPr id="70" name="直接连接符 112">
                <a:extLst>
                  <a:ext uri="{FF2B5EF4-FFF2-40B4-BE49-F238E27FC236}">
                    <a16:creationId xmlns:a16="http://schemas.microsoft.com/office/drawing/2014/main" id="{A92B6D04-6EE3-F675-B5E3-132AF6EAC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直接连接符 113">
                <a:extLst>
                  <a:ext uri="{FF2B5EF4-FFF2-40B4-BE49-F238E27FC236}">
                    <a16:creationId xmlns:a16="http://schemas.microsoft.com/office/drawing/2014/main" id="{DACBB9CB-6CF1-F4B0-72EB-02DFB3F396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FC62C588-8F28-E21D-0723-E40D7C9309BF}"/>
                </a:ext>
              </a:extLst>
            </p:cNvPr>
            <p:cNvGrpSpPr/>
            <p:nvPr userDrawn="1"/>
          </p:nvGrpSpPr>
          <p:grpSpPr>
            <a:xfrm rot="10800000" flipV="1">
              <a:off x="11133257" y="1253899"/>
              <a:ext cx="349918" cy="226697"/>
              <a:chOff x="6478016" y="2446274"/>
              <a:chExt cx="310628" cy="201243"/>
            </a:xfrm>
          </p:grpSpPr>
          <p:cxnSp>
            <p:nvCxnSpPr>
              <p:cNvPr id="73" name="直接连接符 110">
                <a:extLst>
                  <a:ext uri="{FF2B5EF4-FFF2-40B4-BE49-F238E27FC236}">
                    <a16:creationId xmlns:a16="http://schemas.microsoft.com/office/drawing/2014/main" id="{7C01E89C-0A32-51F5-571C-FAAE310EA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直接连接符 111">
                <a:extLst>
                  <a:ext uri="{FF2B5EF4-FFF2-40B4-BE49-F238E27FC236}">
                    <a16:creationId xmlns:a16="http://schemas.microsoft.com/office/drawing/2014/main" id="{80BC71C2-900B-A61A-3023-378533D6D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5" name="平行四边形 74">
              <a:extLst>
                <a:ext uri="{FF2B5EF4-FFF2-40B4-BE49-F238E27FC236}">
                  <a16:creationId xmlns:a16="http://schemas.microsoft.com/office/drawing/2014/main" id="{B9E1F82E-556D-2018-A7DD-AFFE806E10A8}"/>
                </a:ext>
              </a:extLst>
            </p:cNvPr>
            <p:cNvSpPr/>
            <p:nvPr userDrawn="1"/>
          </p:nvSpPr>
          <p:spPr>
            <a:xfrm>
              <a:off x="6837528" y="1669447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B7AE300-5919-4E66-8453-B1453AD674DB}"/>
                </a:ext>
              </a:extLst>
            </p:cNvPr>
            <p:cNvGrpSpPr/>
            <p:nvPr userDrawn="1"/>
          </p:nvGrpSpPr>
          <p:grpSpPr>
            <a:xfrm>
              <a:off x="6846888" y="1625601"/>
              <a:ext cx="427037" cy="439738"/>
              <a:chOff x="6846888" y="1625601"/>
              <a:chExt cx="427037" cy="439738"/>
            </a:xfrm>
          </p:grpSpPr>
          <p:sp>
            <p:nvSpPr>
              <p:cNvPr id="80" name="AutoShape 7">
                <a:extLst>
                  <a:ext uri="{FF2B5EF4-FFF2-40B4-BE49-F238E27FC236}">
                    <a16:creationId xmlns:a16="http://schemas.microsoft.com/office/drawing/2014/main" id="{171B41D6-548D-C919-951F-3F5E761CB55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9">
                <a:extLst>
                  <a:ext uri="{FF2B5EF4-FFF2-40B4-BE49-F238E27FC236}">
                    <a16:creationId xmlns:a16="http://schemas.microsoft.com/office/drawing/2014/main" id="{5041849A-3FF0-D598-B58D-DA367D977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0">
                <a:extLst>
                  <a:ext uri="{FF2B5EF4-FFF2-40B4-BE49-F238E27FC236}">
                    <a16:creationId xmlns:a16="http://schemas.microsoft.com/office/drawing/2014/main" id="{90217FE4-9FB7-5654-DD49-9FBF8542B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80C1ACE2-5547-4E74-22D0-8A78F5BA0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2">
                <a:extLst>
                  <a:ext uri="{FF2B5EF4-FFF2-40B4-BE49-F238E27FC236}">
                    <a16:creationId xmlns:a16="http://schemas.microsoft.com/office/drawing/2014/main" id="{156346B8-C069-6808-C687-441D39CEE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722932" y="210481"/>
            <a:ext cx="5328971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85255" y="2652876"/>
            <a:ext cx="4300538" cy="35424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2" name="内容 3"/>
          <p:cNvSpPr>
            <a:spLocks noGrp="1"/>
          </p:cNvSpPr>
          <p:nvPr>
            <p:ph type="body" idx="2"/>
          </p:nvPr>
        </p:nvSpPr>
        <p:spPr>
          <a:xfrm>
            <a:off x="6772089" y="2607168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90" name="文本占位符 89">
            <a:extLst>
              <a:ext uri="{FF2B5EF4-FFF2-40B4-BE49-F238E27FC236}">
                <a16:creationId xmlns:a16="http://schemas.microsoft.com/office/drawing/2014/main" id="{1DC1E7DA-EE73-E9FE-9A58-7FAC4D1D8A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3166" y="199648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91" name="文本占位符 89">
            <a:extLst>
              <a:ext uri="{FF2B5EF4-FFF2-40B4-BE49-F238E27FC236}">
                <a16:creationId xmlns:a16="http://schemas.microsoft.com/office/drawing/2014/main" id="{9E1708CB-2415-BD8D-7B3E-3B0A398D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0283" y="1999282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049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_Content_3Col_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839173" y="482990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2" name="内容 3"/>
          <p:cNvSpPr>
            <a:spLocks noGrp="1"/>
          </p:cNvSpPr>
          <p:nvPr>
            <p:ph type="body" idx="2"/>
          </p:nvPr>
        </p:nvSpPr>
        <p:spPr>
          <a:xfrm>
            <a:off x="4430590" y="482990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3" name="内容 4"/>
          <p:cNvSpPr>
            <a:spLocks noGrp="1"/>
          </p:cNvSpPr>
          <p:nvPr>
            <p:ph type="body" idx="3"/>
          </p:nvPr>
        </p:nvSpPr>
        <p:spPr>
          <a:xfrm>
            <a:off x="8022007" y="4846233"/>
            <a:ext cx="3330820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" name="六边形 8">
            <a:extLst>
              <a:ext uri="{FF2B5EF4-FFF2-40B4-BE49-F238E27FC236}">
                <a16:creationId xmlns:a16="http://schemas.microsoft.com/office/drawing/2014/main" id="{E91C682C-D0C4-B882-546E-2273DC2F91FD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100640" y="1847255"/>
            <a:ext cx="2767104" cy="2483094"/>
          </a:xfrm>
          <a:prstGeom prst="hexagon">
            <a:avLst>
              <a:gd name="adj" fmla="val 25018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六边形 10">
            <a:extLst>
              <a:ext uri="{FF2B5EF4-FFF2-40B4-BE49-F238E27FC236}">
                <a16:creationId xmlns:a16="http://schemas.microsoft.com/office/drawing/2014/main" id="{870440BA-A5CF-ECB4-3A2F-FE35FED5277C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4710615" y="1847255"/>
            <a:ext cx="2767105" cy="2483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六边形 12">
            <a:extLst>
              <a:ext uri="{FF2B5EF4-FFF2-40B4-BE49-F238E27FC236}">
                <a16:creationId xmlns:a16="http://schemas.microsoft.com/office/drawing/2014/main" id="{6EFBE1E6-713C-E39E-516B-A8145591271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8303217" y="1847903"/>
            <a:ext cx="2768400" cy="2483094"/>
          </a:xfrm>
          <a:prstGeom prst="hexagon">
            <a:avLst>
              <a:gd name="adj" fmla="val 25018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653DDB09-596A-97D3-1487-DF9099252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3359" y="2239719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1">
            <a:extLst>
              <a:ext uri="{FF2B5EF4-FFF2-40B4-BE49-F238E27FC236}">
                <a16:creationId xmlns:a16="http://schemas.microsoft.com/office/drawing/2014/main" id="{92FDBA32-AAB0-5B37-F07F-347EB5F53A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08185" y="2264463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11">
            <a:extLst>
              <a:ext uri="{FF2B5EF4-FFF2-40B4-BE49-F238E27FC236}">
                <a16:creationId xmlns:a16="http://schemas.microsoft.com/office/drawing/2014/main" id="{C79ADE8F-5078-17E2-D2EE-D614B1010C1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6129" y="2312393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20" name="文本占位符 89">
            <a:extLst>
              <a:ext uri="{FF2B5EF4-FFF2-40B4-BE49-F238E27FC236}">
                <a16:creationId xmlns:a16="http://schemas.microsoft.com/office/drawing/2014/main" id="{CCBE74AB-CF53-26FE-0961-1A613C35CA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2683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21" name="文本占位符 89">
            <a:extLst>
              <a:ext uri="{FF2B5EF4-FFF2-40B4-BE49-F238E27FC236}">
                <a16:creationId xmlns:a16="http://schemas.microsoft.com/office/drawing/2014/main" id="{CF4D09EA-4776-D93C-144C-7BCE127C71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49501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22" name="文本占位符 89">
            <a:extLst>
              <a:ext uri="{FF2B5EF4-FFF2-40B4-BE49-F238E27FC236}">
                <a16:creationId xmlns:a16="http://schemas.microsoft.com/office/drawing/2014/main" id="{CD709275-199B-757B-5BE1-A10B7D7B58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14189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78069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Title_ImgLeft_TextRight_左图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31123" y="195590"/>
            <a:ext cx="491975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2858A13-7EC1-2853-94F2-E373FC00FE67}"/>
              </a:ext>
            </a:extLst>
          </p:cNvPr>
          <p:cNvGrpSpPr/>
          <p:nvPr userDrawn="1"/>
        </p:nvGrpSpPr>
        <p:grpSpPr>
          <a:xfrm>
            <a:off x="6423154" y="1419966"/>
            <a:ext cx="5025947" cy="5057793"/>
            <a:chOff x="6423154" y="1419966"/>
            <a:chExt cx="5025947" cy="5057793"/>
          </a:xfrm>
        </p:grpSpPr>
        <p:sp>
          <p:nvSpPr>
            <p:cNvPr id="12" name="任意多边形: 形状 104">
              <a:extLst>
                <a:ext uri="{FF2B5EF4-FFF2-40B4-BE49-F238E27FC236}">
                  <a16:creationId xmlns:a16="http://schemas.microsoft.com/office/drawing/2014/main" id="{1253A36F-35D2-7F39-5993-F7DCA3DDC936}"/>
                </a:ext>
              </a:extLst>
            </p:cNvPr>
            <p:cNvSpPr/>
            <p:nvPr userDrawn="1"/>
          </p:nvSpPr>
          <p:spPr>
            <a:xfrm>
              <a:off x="6521049" y="1604350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9865196-37A0-BE0F-2D1E-A5B4E95C6523}"/>
                </a:ext>
              </a:extLst>
            </p:cNvPr>
            <p:cNvGrpSpPr/>
            <p:nvPr userDrawn="1"/>
          </p:nvGrpSpPr>
          <p:grpSpPr>
            <a:xfrm flipV="1">
              <a:off x="6445434" y="6231358"/>
              <a:ext cx="349918" cy="226697"/>
              <a:chOff x="6478016" y="2446274"/>
              <a:chExt cx="310628" cy="201243"/>
            </a:xfrm>
          </p:grpSpPr>
          <p:cxnSp>
            <p:nvCxnSpPr>
              <p:cNvPr id="52" name="直接连接符 136">
                <a:extLst>
                  <a:ext uri="{FF2B5EF4-FFF2-40B4-BE49-F238E27FC236}">
                    <a16:creationId xmlns:a16="http://schemas.microsoft.com/office/drawing/2014/main" id="{73710B3C-1C76-5F29-7672-AC79F260B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直接连接符 137">
                <a:extLst>
                  <a:ext uri="{FF2B5EF4-FFF2-40B4-BE49-F238E27FC236}">
                    <a16:creationId xmlns:a16="http://schemas.microsoft.com/office/drawing/2014/main" id="{B7945B24-6596-4720-F768-191F23849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13BEC20-122D-DE1F-CD75-CAEEF8CCFD67}"/>
                </a:ext>
              </a:extLst>
            </p:cNvPr>
            <p:cNvGrpSpPr/>
            <p:nvPr userDrawn="1"/>
          </p:nvGrpSpPr>
          <p:grpSpPr>
            <a:xfrm flipH="1" flipV="1">
              <a:off x="10132934" y="62313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41" name="平行四边形 40">
                <a:extLst>
                  <a:ext uri="{FF2B5EF4-FFF2-40B4-BE49-F238E27FC236}">
                    <a16:creationId xmlns:a16="http://schemas.microsoft.com/office/drawing/2014/main" id="{60AF320D-0C72-0C85-14A0-F97981594BCD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2" name="平行四边形 41">
                <a:extLst>
                  <a:ext uri="{FF2B5EF4-FFF2-40B4-BE49-F238E27FC236}">
                    <a16:creationId xmlns:a16="http://schemas.microsoft.com/office/drawing/2014/main" id="{E196E743-CD77-3ACB-D648-D67461B21A5D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3" name="平行四边形 42">
                <a:extLst>
                  <a:ext uri="{FF2B5EF4-FFF2-40B4-BE49-F238E27FC236}">
                    <a16:creationId xmlns:a16="http://schemas.microsoft.com/office/drawing/2014/main" id="{5A2383A4-F32B-C279-DBEC-2148C019358E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4" name="平行四边形 43">
                <a:extLst>
                  <a:ext uri="{FF2B5EF4-FFF2-40B4-BE49-F238E27FC236}">
                    <a16:creationId xmlns:a16="http://schemas.microsoft.com/office/drawing/2014/main" id="{F2F49BDB-46D5-77FA-2A2C-CD8976120E2A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5" name="平行四边形 44">
                <a:extLst>
                  <a:ext uri="{FF2B5EF4-FFF2-40B4-BE49-F238E27FC236}">
                    <a16:creationId xmlns:a16="http://schemas.microsoft.com/office/drawing/2014/main" id="{B4BE3464-F17D-46D0-55C7-2284947682B0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6" name="平行四边形 45">
                <a:extLst>
                  <a:ext uri="{FF2B5EF4-FFF2-40B4-BE49-F238E27FC236}">
                    <a16:creationId xmlns:a16="http://schemas.microsoft.com/office/drawing/2014/main" id="{13825D2B-E90C-BA15-7ED1-53410DCB779C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BF261F0F-0643-698C-5E13-BE7B2821E2CD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E923A9CB-EBDA-AC4D-9F7D-4DD97B8ED510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9" name="平行四边形 48">
                <a:extLst>
                  <a:ext uri="{FF2B5EF4-FFF2-40B4-BE49-F238E27FC236}">
                    <a16:creationId xmlns:a16="http://schemas.microsoft.com/office/drawing/2014/main" id="{9ADCDA63-CF55-CB16-F84C-635A2A86C774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CA396C69-756E-F7BB-84ED-64D88969ED0E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1" name="平行四边形 50">
                <a:extLst>
                  <a:ext uri="{FF2B5EF4-FFF2-40B4-BE49-F238E27FC236}">
                    <a16:creationId xmlns:a16="http://schemas.microsoft.com/office/drawing/2014/main" id="{7848B1A0-4321-59A1-F6C9-7C433BA72CC3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E6345A7-7054-3277-8DA4-BF78541BD634}"/>
                </a:ext>
              </a:extLst>
            </p:cNvPr>
            <p:cNvGrpSpPr/>
            <p:nvPr userDrawn="1"/>
          </p:nvGrpSpPr>
          <p:grpSpPr>
            <a:xfrm>
              <a:off x="6423154" y="1419966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B55DB1F1-D281-C31D-DF38-311E4DD8E742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1" name="平行四边形 30">
                <a:extLst>
                  <a:ext uri="{FF2B5EF4-FFF2-40B4-BE49-F238E27FC236}">
                    <a16:creationId xmlns:a16="http://schemas.microsoft.com/office/drawing/2014/main" id="{A52F655F-4CD3-709C-3880-FF1E040B40E6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45BB0470-B357-6114-548B-3722C7D269EE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978DBB3F-527F-6FEA-FFB2-2EEE102FE75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F8FF4553-7494-4FBB-022D-5A2B3BC5D830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7852C7CD-3D13-0D45-AAAF-E664EEE7E6E8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E41531C5-D333-443E-A1D2-42A9F259967C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90997F05-EA1A-882E-9D63-FF99D3556D47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0C5370F5-A861-988D-5D17-A6BDDD111BA0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9" name="平行四边形 38">
                <a:extLst>
                  <a:ext uri="{FF2B5EF4-FFF2-40B4-BE49-F238E27FC236}">
                    <a16:creationId xmlns:a16="http://schemas.microsoft.com/office/drawing/2014/main" id="{63DF7A57-D285-9AAF-C749-62CC749DCD1F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0" name="平行四边形 39">
                <a:extLst>
                  <a:ext uri="{FF2B5EF4-FFF2-40B4-BE49-F238E27FC236}">
                    <a16:creationId xmlns:a16="http://schemas.microsoft.com/office/drawing/2014/main" id="{473A7ACC-B8A4-2826-CB34-ED71DFC093BD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61B8E9B-D44F-99A3-828C-C88E471C83E8}"/>
                </a:ext>
              </a:extLst>
            </p:cNvPr>
            <p:cNvGrpSpPr/>
            <p:nvPr userDrawn="1"/>
          </p:nvGrpSpPr>
          <p:grpSpPr>
            <a:xfrm>
              <a:off x="10016099" y="6231362"/>
              <a:ext cx="1421123" cy="246397"/>
              <a:chOff x="9443085" y="3842729"/>
              <a:chExt cx="1272539" cy="218731"/>
            </a:xfrm>
          </p:grpSpPr>
          <p:cxnSp>
            <p:nvCxnSpPr>
              <p:cNvPr id="28" name="直接连接符 112">
                <a:extLst>
                  <a:ext uri="{FF2B5EF4-FFF2-40B4-BE49-F238E27FC236}">
                    <a16:creationId xmlns:a16="http://schemas.microsoft.com/office/drawing/2014/main" id="{C1935091-0621-43E9-5D94-0238861227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" name="直接连接符 113">
                <a:extLst>
                  <a:ext uri="{FF2B5EF4-FFF2-40B4-BE49-F238E27FC236}">
                    <a16:creationId xmlns:a16="http://schemas.microsoft.com/office/drawing/2014/main" id="{DA721276-F6AD-8A74-4676-907AFCE564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BB4DAEC-8B1A-E5AC-9914-D32ACD9555CB}"/>
                </a:ext>
              </a:extLst>
            </p:cNvPr>
            <p:cNvGrpSpPr/>
            <p:nvPr userDrawn="1"/>
          </p:nvGrpSpPr>
          <p:grpSpPr>
            <a:xfrm rot="10800000" flipV="1">
              <a:off x="11099183" y="1511807"/>
              <a:ext cx="349918" cy="226697"/>
              <a:chOff x="6478016" y="2446274"/>
              <a:chExt cx="310628" cy="201243"/>
            </a:xfrm>
          </p:grpSpPr>
          <p:cxnSp>
            <p:nvCxnSpPr>
              <p:cNvPr id="26" name="直接连接符 110">
                <a:extLst>
                  <a:ext uri="{FF2B5EF4-FFF2-40B4-BE49-F238E27FC236}">
                    <a16:creationId xmlns:a16="http://schemas.microsoft.com/office/drawing/2014/main" id="{B455192F-860A-4FC3-1E86-6283954AB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直接连接符 111">
                <a:extLst>
                  <a:ext uri="{FF2B5EF4-FFF2-40B4-BE49-F238E27FC236}">
                    <a16:creationId xmlns:a16="http://schemas.microsoft.com/office/drawing/2014/main" id="{4D190063-1974-07EA-6DC0-322F7D2755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660FA2B7-CA51-FC58-BB0C-776D7A6025EA}"/>
                </a:ext>
              </a:extLst>
            </p:cNvPr>
            <p:cNvSpPr/>
            <p:nvPr userDrawn="1"/>
          </p:nvSpPr>
          <p:spPr>
            <a:xfrm>
              <a:off x="6803454" y="1927355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9D2E5FA-EB79-187E-8CB7-7E9324B0B6FF}"/>
                </a:ext>
              </a:extLst>
            </p:cNvPr>
            <p:cNvGrpSpPr/>
            <p:nvPr userDrawn="1"/>
          </p:nvGrpSpPr>
          <p:grpSpPr>
            <a:xfrm>
              <a:off x="6812814" y="1883509"/>
              <a:ext cx="427037" cy="439738"/>
              <a:chOff x="6846888" y="1625601"/>
              <a:chExt cx="427037" cy="439738"/>
            </a:xfrm>
          </p:grpSpPr>
          <p:sp>
            <p:nvSpPr>
              <p:cNvPr id="21" name="AutoShape 7">
                <a:extLst>
                  <a:ext uri="{FF2B5EF4-FFF2-40B4-BE49-F238E27FC236}">
                    <a16:creationId xmlns:a16="http://schemas.microsoft.com/office/drawing/2014/main" id="{2954DBCC-4206-BC0C-CA67-438CC9C51D4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9">
                <a:extLst>
                  <a:ext uri="{FF2B5EF4-FFF2-40B4-BE49-F238E27FC236}">
                    <a16:creationId xmlns:a16="http://schemas.microsoft.com/office/drawing/2014/main" id="{1CD15B92-9E24-ABA8-933B-64D0CCA2F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0">
                <a:extLst>
                  <a:ext uri="{FF2B5EF4-FFF2-40B4-BE49-F238E27FC236}">
                    <a16:creationId xmlns:a16="http://schemas.microsoft.com/office/drawing/2014/main" id="{37B071A0-3746-C1E6-FAA4-0F1EF3E0A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11C23725-636C-82B2-B76E-FA1BA1A0EE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2">
                <a:extLst>
                  <a:ext uri="{FF2B5EF4-FFF2-40B4-BE49-F238E27FC236}">
                    <a16:creationId xmlns:a16="http://schemas.microsoft.com/office/drawing/2014/main" id="{1054873D-8706-6265-1C80-7FC96676D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2" name="内容 3">
            <a:extLst>
              <a:ext uri="{FF2B5EF4-FFF2-40B4-BE49-F238E27FC236}">
                <a16:creationId xmlns:a16="http://schemas.microsoft.com/office/drawing/2014/main" id="{E9A38460-D7E9-4B23-95C9-C5157B44091E}"/>
              </a:ext>
            </a:extLst>
          </p:cNvPr>
          <p:cNvSpPr>
            <a:spLocks noGrp="1"/>
          </p:cNvSpPr>
          <p:nvPr userDrawn="1">
            <p:ph type="body" idx="2"/>
          </p:nvPr>
        </p:nvSpPr>
        <p:spPr>
          <a:xfrm>
            <a:off x="6772089" y="2607168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pic>
        <p:nvPicPr>
          <p:cNvPr id="86" name="图片 85" descr="电脑萤幕&#10;&#10;描述已自动生成">
            <a:extLst>
              <a:ext uri="{FF2B5EF4-FFF2-40B4-BE49-F238E27FC236}">
                <a16:creationId xmlns:a16="http://schemas.microsoft.com/office/drawing/2014/main" id="{2C614334-0833-DF2A-C18E-8A8A65A561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019" y="2133116"/>
            <a:ext cx="5559960" cy="3725556"/>
          </a:xfrm>
          <a:prstGeom prst="rect">
            <a:avLst/>
          </a:prstGeom>
        </p:spPr>
      </p:pic>
      <p:sp>
        <p:nvSpPr>
          <p:cNvPr id="87" name="图片占位符 11">
            <a:extLst>
              <a:ext uri="{FF2B5EF4-FFF2-40B4-BE49-F238E27FC236}">
                <a16:creationId xmlns:a16="http://schemas.microsoft.com/office/drawing/2014/main" id="{1D880AC4-72D9-2DD5-CD68-47AD10B8B6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6154" y="2233246"/>
            <a:ext cx="4964721" cy="304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8" name="文本占位符 89">
            <a:extLst>
              <a:ext uri="{FF2B5EF4-FFF2-40B4-BE49-F238E27FC236}">
                <a16:creationId xmlns:a16="http://schemas.microsoft.com/office/drawing/2014/main" id="{DEF7D34F-F890-4B7C-ADF0-830DD22458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3905" y="193499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109837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Title_TextLeft_ImgRight_右图左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2" name="图片 3"/>
          <p:cNvSpPr>
            <a:spLocks noGrp="1"/>
          </p:cNvSpPr>
          <p:nvPr>
            <p:ph type="pic" idx="2"/>
          </p:nvPr>
        </p:nvSpPr>
        <p:spPr>
          <a:xfrm>
            <a:off x="6507184" y="1259904"/>
            <a:ext cx="5486400" cy="5257800"/>
          </a:xfrm>
          <a:prstGeom prst="irregularSeal2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784FAC-2828-D82E-3769-8F967B69A38E}"/>
              </a:ext>
            </a:extLst>
          </p:cNvPr>
          <p:cNvGrpSpPr/>
          <p:nvPr userDrawn="1"/>
        </p:nvGrpSpPr>
        <p:grpSpPr>
          <a:xfrm>
            <a:off x="979284" y="1313641"/>
            <a:ext cx="5025947" cy="5057793"/>
            <a:chOff x="6423154" y="1419966"/>
            <a:chExt cx="5025947" cy="5057793"/>
          </a:xfrm>
        </p:grpSpPr>
        <p:sp>
          <p:nvSpPr>
            <p:cNvPr id="3" name="任意多边形: 形状 104">
              <a:extLst>
                <a:ext uri="{FF2B5EF4-FFF2-40B4-BE49-F238E27FC236}">
                  <a16:creationId xmlns:a16="http://schemas.microsoft.com/office/drawing/2014/main" id="{DFC2866A-528B-6FAF-87C6-F461344E2693}"/>
                </a:ext>
              </a:extLst>
            </p:cNvPr>
            <p:cNvSpPr/>
            <p:nvPr userDrawn="1"/>
          </p:nvSpPr>
          <p:spPr>
            <a:xfrm>
              <a:off x="6521049" y="1604350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071F9B2-54C9-088E-AC92-362E242B777E}"/>
                </a:ext>
              </a:extLst>
            </p:cNvPr>
            <p:cNvGrpSpPr/>
            <p:nvPr userDrawn="1"/>
          </p:nvGrpSpPr>
          <p:grpSpPr>
            <a:xfrm flipV="1">
              <a:off x="6445434" y="6231358"/>
              <a:ext cx="349918" cy="226697"/>
              <a:chOff x="6478016" y="2446274"/>
              <a:chExt cx="310628" cy="201243"/>
            </a:xfrm>
          </p:grpSpPr>
          <p:cxnSp>
            <p:nvCxnSpPr>
              <p:cNvPr id="43" name="直接连接符 136">
                <a:extLst>
                  <a:ext uri="{FF2B5EF4-FFF2-40B4-BE49-F238E27FC236}">
                    <a16:creationId xmlns:a16="http://schemas.microsoft.com/office/drawing/2014/main" id="{A3C02253-CB3D-CBE5-E684-5705C6D75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直接连接符 137">
                <a:extLst>
                  <a:ext uri="{FF2B5EF4-FFF2-40B4-BE49-F238E27FC236}">
                    <a16:creationId xmlns:a16="http://schemas.microsoft.com/office/drawing/2014/main" id="{6A44A378-902A-138A-33B6-586C3AC367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FC45374-02AA-EF44-9CB6-FD0A586C13B8}"/>
                </a:ext>
              </a:extLst>
            </p:cNvPr>
            <p:cNvGrpSpPr/>
            <p:nvPr userDrawn="1"/>
          </p:nvGrpSpPr>
          <p:grpSpPr>
            <a:xfrm flipH="1" flipV="1">
              <a:off x="10132934" y="62313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0D49EFE8-4299-1950-DAE1-39775FE3D109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A4C039E6-B26C-85BD-E613-8F030E2A48CC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4A4C6229-DA91-F18D-0AF7-F4A3569E728A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42B457E5-CDC4-0491-9D27-B8154714E568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045059A4-D772-BB62-8DA4-092F01E0C288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A72C9816-90ED-8D65-7F8F-0015B418E4D3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19524928-294F-598A-B3AE-C1727EA70E0F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9" name="平行四边形 38">
                <a:extLst>
                  <a:ext uri="{FF2B5EF4-FFF2-40B4-BE49-F238E27FC236}">
                    <a16:creationId xmlns:a16="http://schemas.microsoft.com/office/drawing/2014/main" id="{7E017A50-7977-1CD1-7C5D-F8BF42FF09F7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0" name="平行四边形 39">
                <a:extLst>
                  <a:ext uri="{FF2B5EF4-FFF2-40B4-BE49-F238E27FC236}">
                    <a16:creationId xmlns:a16="http://schemas.microsoft.com/office/drawing/2014/main" id="{7BAE11EA-F629-EEDA-2186-048E88CC616C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1" name="平行四边形 40">
                <a:extLst>
                  <a:ext uri="{FF2B5EF4-FFF2-40B4-BE49-F238E27FC236}">
                    <a16:creationId xmlns:a16="http://schemas.microsoft.com/office/drawing/2014/main" id="{7162B989-0AF4-E6BB-27EE-A2DCBCC5E83A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2" name="平行四边形 41">
                <a:extLst>
                  <a:ext uri="{FF2B5EF4-FFF2-40B4-BE49-F238E27FC236}">
                    <a16:creationId xmlns:a16="http://schemas.microsoft.com/office/drawing/2014/main" id="{309821FE-8E25-E643-283F-470E218D35B1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F3BFAF8-236A-2364-248D-90DC8B9C1C3D}"/>
                </a:ext>
              </a:extLst>
            </p:cNvPr>
            <p:cNvGrpSpPr/>
            <p:nvPr userDrawn="1"/>
          </p:nvGrpSpPr>
          <p:grpSpPr>
            <a:xfrm>
              <a:off x="6423154" y="1419966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730E748E-9BF2-0112-FC27-3A270EA4D13D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2" name="平行四边形 21">
                <a:extLst>
                  <a:ext uri="{FF2B5EF4-FFF2-40B4-BE49-F238E27FC236}">
                    <a16:creationId xmlns:a16="http://schemas.microsoft.com/office/drawing/2014/main" id="{6055897C-8D0A-04DB-B543-75C289059379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6CA08598-2331-22D6-F57D-F373CE3BA16A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57E1C603-5C74-798D-58E9-26DEE69BD15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BE46ED22-D223-D065-84FC-6D7CE1282521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E5B992CD-FA63-6288-A584-0FA4969F190B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04C79C76-C41A-39BF-713E-E014B094CC78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FAD5D046-D437-B0D1-240B-0B56769683D4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8FC58597-2EE4-6BEB-C4BE-95FF405E35CD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3B9D4330-3288-2CCF-8021-82B6F4B1B614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1" name="平行四边形 30">
                <a:extLst>
                  <a:ext uri="{FF2B5EF4-FFF2-40B4-BE49-F238E27FC236}">
                    <a16:creationId xmlns:a16="http://schemas.microsoft.com/office/drawing/2014/main" id="{71261EA5-47E2-BDFC-9FE3-897DD2CA1720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6AE4B57-F793-4A64-3B6D-6ADC749594FB}"/>
                </a:ext>
              </a:extLst>
            </p:cNvPr>
            <p:cNvGrpSpPr/>
            <p:nvPr userDrawn="1"/>
          </p:nvGrpSpPr>
          <p:grpSpPr>
            <a:xfrm>
              <a:off x="10016099" y="6231362"/>
              <a:ext cx="1421123" cy="246397"/>
              <a:chOff x="9443085" y="3842729"/>
              <a:chExt cx="1272539" cy="218731"/>
            </a:xfrm>
          </p:grpSpPr>
          <p:cxnSp>
            <p:nvCxnSpPr>
              <p:cNvPr id="19" name="直接连接符 112">
                <a:extLst>
                  <a:ext uri="{FF2B5EF4-FFF2-40B4-BE49-F238E27FC236}">
                    <a16:creationId xmlns:a16="http://schemas.microsoft.com/office/drawing/2014/main" id="{DE7F5551-B0A9-6EF3-3138-4DD1028D3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" name="直接连接符 113">
                <a:extLst>
                  <a:ext uri="{FF2B5EF4-FFF2-40B4-BE49-F238E27FC236}">
                    <a16:creationId xmlns:a16="http://schemas.microsoft.com/office/drawing/2014/main" id="{1145DB7F-2B60-637D-2628-1E026C7C5B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A858778-B00A-56B1-1187-CEAD30AC9459}"/>
                </a:ext>
              </a:extLst>
            </p:cNvPr>
            <p:cNvGrpSpPr/>
            <p:nvPr userDrawn="1"/>
          </p:nvGrpSpPr>
          <p:grpSpPr>
            <a:xfrm rot="10800000" flipV="1">
              <a:off x="11099183" y="1511807"/>
              <a:ext cx="349918" cy="226697"/>
              <a:chOff x="6478016" y="2446274"/>
              <a:chExt cx="310628" cy="201243"/>
            </a:xfrm>
          </p:grpSpPr>
          <p:cxnSp>
            <p:nvCxnSpPr>
              <p:cNvPr id="17" name="直接连接符 110">
                <a:extLst>
                  <a:ext uri="{FF2B5EF4-FFF2-40B4-BE49-F238E27FC236}">
                    <a16:creationId xmlns:a16="http://schemas.microsoft.com/office/drawing/2014/main" id="{395D2103-1E44-AB6A-9A87-6A9B4291A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" name="直接连接符 111">
                <a:extLst>
                  <a:ext uri="{FF2B5EF4-FFF2-40B4-BE49-F238E27FC236}">
                    <a16:creationId xmlns:a16="http://schemas.microsoft.com/office/drawing/2014/main" id="{F6415F38-D438-7F36-91F3-969A3326A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03A560C9-D162-401E-1C2F-9522A5196653}"/>
                </a:ext>
              </a:extLst>
            </p:cNvPr>
            <p:cNvSpPr/>
            <p:nvPr userDrawn="1"/>
          </p:nvSpPr>
          <p:spPr>
            <a:xfrm>
              <a:off x="6803454" y="1927355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129130C-A7B7-D8CC-E638-9EAD50B99144}"/>
                </a:ext>
              </a:extLst>
            </p:cNvPr>
            <p:cNvGrpSpPr/>
            <p:nvPr userDrawn="1"/>
          </p:nvGrpSpPr>
          <p:grpSpPr>
            <a:xfrm>
              <a:off x="6812814" y="1883509"/>
              <a:ext cx="427037" cy="439738"/>
              <a:chOff x="6846888" y="1625601"/>
              <a:chExt cx="427037" cy="439738"/>
            </a:xfrm>
          </p:grpSpPr>
          <p:sp>
            <p:nvSpPr>
              <p:cNvPr id="12" name="AutoShape 7">
                <a:extLst>
                  <a:ext uri="{FF2B5EF4-FFF2-40B4-BE49-F238E27FC236}">
                    <a16:creationId xmlns:a16="http://schemas.microsoft.com/office/drawing/2014/main" id="{A393DF7E-6408-9EEE-F936-D2C1217A7EB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0C760432-5325-B7DA-E346-E163706D5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0151311F-859B-2FB8-3ACD-B4BCE3D71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0528219A-FF9A-8929-BC7C-FBC5555D3E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C2623CAE-B2F3-9754-0FDD-45DF8AE54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45" name="内容 3">
            <a:extLst>
              <a:ext uri="{FF2B5EF4-FFF2-40B4-BE49-F238E27FC236}">
                <a16:creationId xmlns:a16="http://schemas.microsoft.com/office/drawing/2014/main" id="{660233ED-A700-6E62-314D-A992BC93DF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28219" y="2500843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46" name="文本占位符 89">
            <a:extLst>
              <a:ext uri="{FF2B5EF4-FFF2-40B4-BE49-F238E27FC236}">
                <a16:creationId xmlns:a16="http://schemas.microsoft.com/office/drawing/2014/main" id="{338BB333-DB97-CF9D-72B0-5881AD8457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1080" y="181991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349550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itle_ImageFull_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图片 2"/>
          <p:cNvSpPr>
            <a:spLocks noGrp="1"/>
          </p:cNvSpPr>
          <p:nvPr>
            <p:ph type="pic"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77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itle_4Images_四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1" y="302189"/>
            <a:ext cx="461850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74BD59A-266F-0530-257C-AF349F32C6D1}"/>
              </a:ext>
            </a:extLst>
          </p:cNvPr>
          <p:cNvSpPr/>
          <p:nvPr userDrawn="1"/>
        </p:nvSpPr>
        <p:spPr>
          <a:xfrm>
            <a:off x="395116" y="4344493"/>
            <a:ext cx="11401769" cy="1172923"/>
          </a:xfrm>
          <a:custGeom>
            <a:avLst/>
            <a:gdLst>
              <a:gd name="connsiteX0" fmla="*/ 0 w 11401769"/>
              <a:gd name="connsiteY0" fmla="*/ 0 h 1910666"/>
              <a:gd name="connsiteX1" fmla="*/ 11401769 w 11401769"/>
              <a:gd name="connsiteY1" fmla="*/ 0 h 1910666"/>
              <a:gd name="connsiteX2" fmla="*/ 11401769 w 11401769"/>
              <a:gd name="connsiteY2" fmla="*/ 738023 h 1910666"/>
              <a:gd name="connsiteX3" fmla="*/ 11223873 w 11401769"/>
              <a:gd name="connsiteY3" fmla="*/ 826458 h 1910666"/>
              <a:gd name="connsiteX4" fmla="*/ 5701166 w 11401769"/>
              <a:gd name="connsiteY4" fmla="*/ 1910666 h 1910666"/>
              <a:gd name="connsiteX5" fmla="*/ 178459 w 11401769"/>
              <a:gd name="connsiteY5" fmla="*/ 826458 h 1910666"/>
              <a:gd name="connsiteX6" fmla="*/ 0 w 11401769"/>
              <a:gd name="connsiteY6" fmla="*/ 737743 h 1910666"/>
              <a:gd name="connsiteX7" fmla="*/ 0 w 11401769"/>
              <a:gd name="connsiteY7" fmla="*/ 0 h 1910666"/>
              <a:gd name="connsiteX0" fmla="*/ 11401769 w 11493209"/>
              <a:gd name="connsiteY0" fmla="*/ 0 h 1910666"/>
              <a:gd name="connsiteX1" fmla="*/ 11401769 w 11493209"/>
              <a:gd name="connsiteY1" fmla="*/ 738023 h 1910666"/>
              <a:gd name="connsiteX2" fmla="*/ 11223873 w 11493209"/>
              <a:gd name="connsiteY2" fmla="*/ 826458 h 1910666"/>
              <a:gd name="connsiteX3" fmla="*/ 5701166 w 11493209"/>
              <a:gd name="connsiteY3" fmla="*/ 1910666 h 1910666"/>
              <a:gd name="connsiteX4" fmla="*/ 178459 w 11493209"/>
              <a:gd name="connsiteY4" fmla="*/ 826458 h 1910666"/>
              <a:gd name="connsiteX5" fmla="*/ 0 w 11493209"/>
              <a:gd name="connsiteY5" fmla="*/ 737743 h 1910666"/>
              <a:gd name="connsiteX6" fmla="*/ 0 w 11493209"/>
              <a:gd name="connsiteY6" fmla="*/ 0 h 1910666"/>
              <a:gd name="connsiteX7" fmla="*/ 11493209 w 11493209"/>
              <a:gd name="connsiteY7" fmla="*/ 91440 h 1910666"/>
              <a:gd name="connsiteX0" fmla="*/ 11401769 w 11401769"/>
              <a:gd name="connsiteY0" fmla="*/ 0 h 1910666"/>
              <a:gd name="connsiteX1" fmla="*/ 11401769 w 11401769"/>
              <a:gd name="connsiteY1" fmla="*/ 738023 h 1910666"/>
              <a:gd name="connsiteX2" fmla="*/ 11223873 w 11401769"/>
              <a:gd name="connsiteY2" fmla="*/ 826458 h 1910666"/>
              <a:gd name="connsiteX3" fmla="*/ 5701166 w 11401769"/>
              <a:gd name="connsiteY3" fmla="*/ 1910666 h 1910666"/>
              <a:gd name="connsiteX4" fmla="*/ 178459 w 11401769"/>
              <a:gd name="connsiteY4" fmla="*/ 826458 h 1910666"/>
              <a:gd name="connsiteX5" fmla="*/ 0 w 11401769"/>
              <a:gd name="connsiteY5" fmla="*/ 737743 h 1910666"/>
              <a:gd name="connsiteX6" fmla="*/ 0 w 11401769"/>
              <a:gd name="connsiteY6" fmla="*/ 0 h 1910666"/>
              <a:gd name="connsiteX0" fmla="*/ 11401769 w 11401769"/>
              <a:gd name="connsiteY0" fmla="*/ 738023 h 1910666"/>
              <a:gd name="connsiteX1" fmla="*/ 11223873 w 11401769"/>
              <a:gd name="connsiteY1" fmla="*/ 826458 h 1910666"/>
              <a:gd name="connsiteX2" fmla="*/ 5701166 w 11401769"/>
              <a:gd name="connsiteY2" fmla="*/ 1910666 h 1910666"/>
              <a:gd name="connsiteX3" fmla="*/ 178459 w 11401769"/>
              <a:gd name="connsiteY3" fmla="*/ 826458 h 1910666"/>
              <a:gd name="connsiteX4" fmla="*/ 0 w 11401769"/>
              <a:gd name="connsiteY4" fmla="*/ 737743 h 1910666"/>
              <a:gd name="connsiteX5" fmla="*/ 0 w 11401769"/>
              <a:gd name="connsiteY5" fmla="*/ 0 h 1910666"/>
              <a:gd name="connsiteX0" fmla="*/ 11401769 w 11401769"/>
              <a:gd name="connsiteY0" fmla="*/ 280 h 1172923"/>
              <a:gd name="connsiteX1" fmla="*/ 11223873 w 11401769"/>
              <a:gd name="connsiteY1" fmla="*/ 88715 h 1172923"/>
              <a:gd name="connsiteX2" fmla="*/ 5701166 w 11401769"/>
              <a:gd name="connsiteY2" fmla="*/ 1172923 h 1172923"/>
              <a:gd name="connsiteX3" fmla="*/ 178459 w 11401769"/>
              <a:gd name="connsiteY3" fmla="*/ 88715 h 1172923"/>
              <a:gd name="connsiteX4" fmla="*/ 0 w 11401769"/>
              <a:gd name="connsiteY4" fmla="*/ 0 h 117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01769" h="1172923">
                <a:moveTo>
                  <a:pt x="11401769" y="280"/>
                </a:moveTo>
                <a:lnTo>
                  <a:pt x="11223873" y="88715"/>
                </a:lnTo>
                <a:cubicBezTo>
                  <a:pt x="9810489" y="758594"/>
                  <a:pt x="7857917" y="1172923"/>
                  <a:pt x="5701166" y="1172923"/>
                </a:cubicBezTo>
                <a:cubicBezTo>
                  <a:pt x="3544415" y="1172923"/>
                  <a:pt x="1591843" y="758594"/>
                  <a:pt x="178459" y="88715"/>
                </a:cubicBezTo>
                <a:lnTo>
                  <a:pt x="0" y="0"/>
                </a:lnTo>
              </a:path>
            </a:pathLst>
          </a:custGeom>
          <a:noFill/>
          <a:ln w="9525">
            <a:gradFill>
              <a:gsLst>
                <a:gs pos="80000">
                  <a:schemeClr val="accent1">
                    <a:lumMod val="40000"/>
                    <a:lumOff val="60000"/>
                    <a:alpha val="70000"/>
                  </a:schemeClr>
                </a:gs>
                <a:gs pos="20000">
                  <a:schemeClr val="accent1">
                    <a:lumMod val="40000"/>
                    <a:lumOff val="60000"/>
                    <a:alpha val="70000"/>
                  </a:schemeClr>
                </a:gs>
                <a:gs pos="50000">
                  <a:schemeClr val="accent1">
                    <a:lumMod val="40000"/>
                    <a:lumOff val="60000"/>
                    <a:alpha val="70000"/>
                  </a:schemeClr>
                </a:gs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70A13D4-7CED-94CB-C3B0-AA73EB53FCD3}"/>
              </a:ext>
            </a:extLst>
          </p:cNvPr>
          <p:cNvCxnSpPr>
            <a:cxnSpLocks/>
          </p:cNvCxnSpPr>
          <p:nvPr userDrawn="1"/>
        </p:nvCxnSpPr>
        <p:spPr>
          <a:xfrm>
            <a:off x="1542644" y="5743264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9839488-3651-CA8F-F0F7-D46475619D8C}"/>
              </a:ext>
            </a:extLst>
          </p:cNvPr>
          <p:cNvCxnSpPr>
            <a:cxnSpLocks/>
          </p:cNvCxnSpPr>
          <p:nvPr userDrawn="1"/>
        </p:nvCxnSpPr>
        <p:spPr>
          <a:xfrm>
            <a:off x="4417207" y="6308509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D427FED-CEB6-A7F7-1EF4-561E3F53677F}"/>
              </a:ext>
            </a:extLst>
          </p:cNvPr>
          <p:cNvCxnSpPr>
            <a:cxnSpLocks/>
          </p:cNvCxnSpPr>
          <p:nvPr userDrawn="1"/>
        </p:nvCxnSpPr>
        <p:spPr>
          <a:xfrm>
            <a:off x="7291771" y="6308509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46EF567-1554-0FD3-5D96-C47F47E54035}"/>
              </a:ext>
            </a:extLst>
          </p:cNvPr>
          <p:cNvCxnSpPr>
            <a:cxnSpLocks/>
          </p:cNvCxnSpPr>
          <p:nvPr userDrawn="1"/>
        </p:nvCxnSpPr>
        <p:spPr>
          <a:xfrm>
            <a:off x="10166334" y="5743264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FCC67F3-D487-C3FE-886A-1EB231212782}"/>
              </a:ext>
            </a:extLst>
          </p:cNvPr>
          <p:cNvGrpSpPr/>
          <p:nvPr userDrawn="1"/>
        </p:nvGrpSpPr>
        <p:grpSpPr>
          <a:xfrm>
            <a:off x="835653" y="4308413"/>
            <a:ext cx="1837124" cy="1251327"/>
            <a:chOff x="803920" y="3920273"/>
            <a:chExt cx="1837124" cy="1251327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CE59138-356C-8D34-8290-F00D55ABC5F6}"/>
                </a:ext>
              </a:extLst>
            </p:cNvPr>
            <p:cNvGrpSpPr/>
            <p:nvPr/>
          </p:nvGrpSpPr>
          <p:grpSpPr>
            <a:xfrm>
              <a:off x="803920" y="3920273"/>
              <a:ext cx="1837124" cy="1251327"/>
              <a:chOff x="5177438" y="1515959"/>
              <a:chExt cx="1837124" cy="1251327"/>
            </a:xfrm>
          </p:grpSpPr>
          <p:sp>
            <p:nvSpPr>
              <p:cNvPr id="41" name="PA-梯形 26">
                <a:extLst>
                  <a:ext uri="{FF2B5EF4-FFF2-40B4-BE49-F238E27FC236}">
                    <a16:creationId xmlns:a16="http://schemas.microsoft.com/office/drawing/2014/main" id="{F311649D-AF1D-10CE-3093-7226CB7DF0B8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0B0E1659-7E23-DE25-EAA7-CAA6CA80809F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2400FA8-1EBD-25AE-2CC4-E927CBF8403C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7576C851-9B8B-43FE-DE39-FE2318D6F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40" name="Picture 372">
              <a:extLst>
                <a:ext uri="{FF2B5EF4-FFF2-40B4-BE49-F238E27FC236}">
                  <a16:creationId xmlns:a16="http://schemas.microsoft.com/office/drawing/2014/main" id="{F748A29B-ECD4-D869-82D5-A9B49FC5C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9267" y="4256968"/>
              <a:ext cx="540918" cy="540918"/>
            </a:xfrm>
            <a:prstGeom prst="rect">
              <a:avLst/>
            </a:prstGeom>
          </p:spPr>
        </p:pic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CD513AC-FA3C-4452-AC62-7115ACC2CA58}"/>
              </a:ext>
            </a:extLst>
          </p:cNvPr>
          <p:cNvGrpSpPr/>
          <p:nvPr userDrawn="1"/>
        </p:nvGrpSpPr>
        <p:grpSpPr>
          <a:xfrm>
            <a:off x="3738176" y="4861937"/>
            <a:ext cx="1837124" cy="1251327"/>
            <a:chOff x="2921075" y="3187150"/>
            <a:chExt cx="1837124" cy="1251327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13A55F0-CF9D-FF08-5C3A-03E7EFB5BC90}"/>
                </a:ext>
              </a:extLst>
            </p:cNvPr>
            <p:cNvGrpSpPr/>
            <p:nvPr/>
          </p:nvGrpSpPr>
          <p:grpSpPr>
            <a:xfrm>
              <a:off x="2921075" y="3187150"/>
              <a:ext cx="1837124" cy="1251327"/>
              <a:chOff x="5177438" y="1515959"/>
              <a:chExt cx="1837124" cy="1251327"/>
            </a:xfrm>
          </p:grpSpPr>
          <p:sp>
            <p:nvSpPr>
              <p:cNvPr id="48" name="PA-梯形 26">
                <a:extLst>
                  <a:ext uri="{FF2B5EF4-FFF2-40B4-BE49-F238E27FC236}">
                    <a16:creationId xmlns:a16="http://schemas.microsoft.com/office/drawing/2014/main" id="{8FFB4CDB-C48D-546A-BDAE-24780E8F446B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9A9A96D1-7980-6364-9672-10689CFCEF4A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F1283A09-7C86-F48E-F4ED-B74268F514FE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40CC3F7E-61A7-C1A7-5EB1-112EBD3A0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47" name="Picture 401">
              <a:extLst>
                <a:ext uri="{FF2B5EF4-FFF2-40B4-BE49-F238E27FC236}">
                  <a16:creationId xmlns:a16="http://schemas.microsoft.com/office/drawing/2014/main" id="{8D7C4AE7-336B-0654-1AA7-A21CC2A1C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76807" y="3482125"/>
              <a:ext cx="491744" cy="491744"/>
            </a:xfrm>
            <a:prstGeom prst="rect">
              <a:avLst/>
            </a:prstGeom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019D48D-BE12-2BE8-6C14-49FE72FD4933}"/>
              </a:ext>
            </a:extLst>
          </p:cNvPr>
          <p:cNvGrpSpPr/>
          <p:nvPr userDrawn="1"/>
        </p:nvGrpSpPr>
        <p:grpSpPr>
          <a:xfrm>
            <a:off x="6543753" y="4861937"/>
            <a:ext cx="1837124" cy="1251327"/>
            <a:chOff x="7417334" y="3187150"/>
            <a:chExt cx="1837124" cy="1251327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A2245CE-EC27-0981-65D7-0242DABB3E48}"/>
                </a:ext>
              </a:extLst>
            </p:cNvPr>
            <p:cNvGrpSpPr/>
            <p:nvPr/>
          </p:nvGrpSpPr>
          <p:grpSpPr>
            <a:xfrm>
              <a:off x="7417334" y="3187150"/>
              <a:ext cx="1837124" cy="1251327"/>
              <a:chOff x="5177438" y="1515959"/>
              <a:chExt cx="1837124" cy="1251327"/>
            </a:xfrm>
          </p:grpSpPr>
          <p:sp>
            <p:nvSpPr>
              <p:cNvPr id="55" name="PA-梯形 26">
                <a:extLst>
                  <a:ext uri="{FF2B5EF4-FFF2-40B4-BE49-F238E27FC236}">
                    <a16:creationId xmlns:a16="http://schemas.microsoft.com/office/drawing/2014/main" id="{AD0D3B93-48CA-08AD-E806-78EF30DDA732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BF9D899E-73EC-695F-D910-A267802AC43A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63989F8-724A-58A1-63EB-11475E80D4E0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46541E2C-CEFE-9B68-0507-3920B181A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54" name="Picture 395">
              <a:extLst>
                <a:ext uri="{FF2B5EF4-FFF2-40B4-BE49-F238E27FC236}">
                  <a16:creationId xmlns:a16="http://schemas.microsoft.com/office/drawing/2014/main" id="{B35C398F-A2A1-43F6-EAAF-F1AB6CAA0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2603" y="3540214"/>
              <a:ext cx="491744" cy="491744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8BFF79A-98A0-1140-DE21-223AD64B2B6F}"/>
              </a:ext>
            </a:extLst>
          </p:cNvPr>
          <p:cNvGrpSpPr/>
          <p:nvPr userDrawn="1"/>
        </p:nvGrpSpPr>
        <p:grpSpPr>
          <a:xfrm>
            <a:off x="9489284" y="4335979"/>
            <a:ext cx="1837124" cy="1251327"/>
            <a:chOff x="9673697" y="3987186"/>
            <a:chExt cx="1837124" cy="1251327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53501B5-3D3B-308B-B819-268A8892E112}"/>
                </a:ext>
              </a:extLst>
            </p:cNvPr>
            <p:cNvGrpSpPr/>
            <p:nvPr/>
          </p:nvGrpSpPr>
          <p:grpSpPr>
            <a:xfrm>
              <a:off x="9673697" y="3987186"/>
              <a:ext cx="1837124" cy="1251327"/>
              <a:chOff x="5177438" y="1515959"/>
              <a:chExt cx="1837124" cy="1251327"/>
            </a:xfrm>
          </p:grpSpPr>
          <p:sp>
            <p:nvSpPr>
              <p:cNvPr id="62" name="PA-梯形 26">
                <a:extLst>
                  <a:ext uri="{FF2B5EF4-FFF2-40B4-BE49-F238E27FC236}">
                    <a16:creationId xmlns:a16="http://schemas.microsoft.com/office/drawing/2014/main" id="{F4A18D20-441E-28B4-FADF-F12F111A9207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7494252-8D11-E44F-A5A0-13672B6ADBCD}"/>
                  </a:ext>
                </a:extLst>
              </p:cNvPr>
              <p:cNvSpPr/>
              <p:nvPr userDrawn="1"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862D667-0CA5-9A68-524C-F0F7BB304031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20E8B6D8-A90E-44E0-FF31-77C83931A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61" name="Picture 399">
              <a:extLst>
                <a:ext uri="{FF2B5EF4-FFF2-40B4-BE49-F238E27FC236}">
                  <a16:creationId xmlns:a16="http://schemas.microsoft.com/office/drawing/2014/main" id="{CD3AEA4A-D37D-4A22-BD94-AA9AFFB01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29565" y="4256968"/>
              <a:ext cx="540918" cy="540918"/>
            </a:xfrm>
            <a:prstGeom prst="rect">
              <a:avLst/>
            </a:prstGeom>
          </p:spPr>
        </p:pic>
      </p:grpSp>
      <p:sp>
        <p:nvSpPr>
          <p:cNvPr id="74" name="内容 2">
            <a:extLst>
              <a:ext uri="{FF2B5EF4-FFF2-40B4-BE49-F238E27FC236}">
                <a16:creationId xmlns:a16="http://schemas.microsoft.com/office/drawing/2014/main" id="{0A73BBE6-454A-B41C-D651-1EC733814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262" y="5827551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5" name="内容 2">
            <a:extLst>
              <a:ext uri="{FF2B5EF4-FFF2-40B4-BE49-F238E27FC236}">
                <a16:creationId xmlns:a16="http://schemas.microsoft.com/office/drawing/2014/main" id="{19B1B288-A5D6-9891-23AB-AF9B536668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439110" y="6293639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6" name="内容 2">
            <a:extLst>
              <a:ext uri="{FF2B5EF4-FFF2-40B4-BE49-F238E27FC236}">
                <a16:creationId xmlns:a16="http://schemas.microsoft.com/office/drawing/2014/main" id="{A9D18AC7-160E-91C7-B4BF-20D67F8BFE8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03585" y="6291791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7" name="内容 2">
            <a:extLst>
              <a:ext uri="{FF2B5EF4-FFF2-40B4-BE49-F238E27FC236}">
                <a16:creationId xmlns:a16="http://schemas.microsoft.com/office/drawing/2014/main" id="{A6284AC4-3DE1-D617-378C-317DD34DEF4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214941" y="5919972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8" name="图片占位符 77">
            <a:extLst>
              <a:ext uri="{FF2B5EF4-FFF2-40B4-BE49-F238E27FC236}">
                <a16:creationId xmlns:a16="http://schemas.microsoft.com/office/drawing/2014/main" id="{F6A1A752-D320-07BF-0CFE-EAB7C9C794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3339" y="1349841"/>
            <a:ext cx="2752334" cy="3258201"/>
          </a:xfrm>
          <a:custGeom>
            <a:avLst/>
            <a:gdLst>
              <a:gd name="csX0" fmla="*/ 54000 w 2752334"/>
              <a:gd name="csY0" fmla="*/ 0 h 3258201"/>
              <a:gd name="csX1" fmla="*/ 2698334 w 2752334"/>
              <a:gd name="csY1" fmla="*/ 0 h 3258201"/>
              <a:gd name="csX2" fmla="*/ 2752334 w 2752334"/>
              <a:gd name="csY2" fmla="*/ 54000 h 3258201"/>
              <a:gd name="csX3" fmla="*/ 2752334 w 2752334"/>
              <a:gd name="csY3" fmla="*/ 3204181 h 3258201"/>
              <a:gd name="csX4" fmla="*/ 2687558 w 2752334"/>
              <a:gd name="csY4" fmla="*/ 3257095 h 3258201"/>
              <a:gd name="csX5" fmla="*/ 2617059 w 2752334"/>
              <a:gd name="csY5" fmla="*/ 3242738 h 3258201"/>
              <a:gd name="csX6" fmla="*/ 109287 w 2752334"/>
              <a:gd name="csY6" fmla="*/ 2369473 h 3258201"/>
              <a:gd name="csX7" fmla="*/ 28279 w 2752334"/>
              <a:gd name="csY7" fmla="*/ 2325589 h 3258201"/>
              <a:gd name="csX8" fmla="*/ 0 w 2752334"/>
              <a:gd name="csY8" fmla="*/ 2278109 h 3258201"/>
              <a:gd name="csX9" fmla="*/ 0 w 2752334"/>
              <a:gd name="csY9" fmla="*/ 54000 h 3258201"/>
              <a:gd name="csX10" fmla="*/ 54000 w 2752334"/>
              <a:gd name="csY10" fmla="*/ 0 h 3258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258201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204181"/>
                </a:lnTo>
                <a:cubicBezTo>
                  <a:pt x="2752334" y="3238357"/>
                  <a:pt x="2721047" y="3263915"/>
                  <a:pt x="2687558" y="3257095"/>
                </a:cubicBezTo>
                <a:lnTo>
                  <a:pt x="2617059" y="3242738"/>
                </a:lnTo>
                <a:cubicBezTo>
                  <a:pt x="1673172" y="3036542"/>
                  <a:pt x="823147" y="2738171"/>
                  <a:pt x="109287" y="2369473"/>
                </a:cubicBezTo>
                <a:lnTo>
                  <a:pt x="28279" y="2325589"/>
                </a:lnTo>
                <a:cubicBezTo>
                  <a:pt x="10859" y="2316153"/>
                  <a:pt x="0" y="2297920"/>
                  <a:pt x="0" y="2278109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38100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9" name="图片占位符 78">
            <a:extLst>
              <a:ext uri="{FF2B5EF4-FFF2-40B4-BE49-F238E27FC236}">
                <a16:creationId xmlns:a16="http://schemas.microsoft.com/office/drawing/2014/main" id="{DBA5A15D-035D-9283-392A-16C6338F6F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3613" y="1349841"/>
            <a:ext cx="2752334" cy="3561448"/>
          </a:xfrm>
          <a:custGeom>
            <a:avLst/>
            <a:gdLst>
              <a:gd name="csX0" fmla="*/ 54000 w 2752334"/>
              <a:gd name="csY0" fmla="*/ 0 h 3561448"/>
              <a:gd name="csX1" fmla="*/ 2698334 w 2752334"/>
              <a:gd name="csY1" fmla="*/ 0 h 3561448"/>
              <a:gd name="csX2" fmla="*/ 2752334 w 2752334"/>
              <a:gd name="csY2" fmla="*/ 54000 h 3561448"/>
              <a:gd name="csX3" fmla="*/ 2752334 w 2752334"/>
              <a:gd name="csY3" fmla="*/ 3507448 h 3561448"/>
              <a:gd name="csX4" fmla="*/ 2697629 w 2752334"/>
              <a:gd name="csY4" fmla="*/ 3561444 h 3561448"/>
              <a:gd name="csX5" fmla="*/ 2407456 w 2752334"/>
              <a:gd name="csY5" fmla="*/ 3557654 h 3561448"/>
              <a:gd name="csX6" fmla="*/ 100772 w 2752334"/>
              <a:gd name="csY6" fmla="*/ 3315698 h 3561448"/>
              <a:gd name="csX7" fmla="*/ 43225 w 2752334"/>
              <a:gd name="csY7" fmla="*/ 3303979 h 3561448"/>
              <a:gd name="csX8" fmla="*/ 0 w 2752334"/>
              <a:gd name="csY8" fmla="*/ 3251065 h 3561448"/>
              <a:gd name="csX9" fmla="*/ 0 w 2752334"/>
              <a:gd name="csY9" fmla="*/ 54000 h 3561448"/>
              <a:gd name="csX10" fmla="*/ 54000 w 2752334"/>
              <a:gd name="csY10" fmla="*/ 0 h 3561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561448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507448"/>
                </a:lnTo>
                <a:cubicBezTo>
                  <a:pt x="2752334" y="3537539"/>
                  <a:pt x="2727716" y="3561837"/>
                  <a:pt x="2697629" y="3561444"/>
                </a:cubicBezTo>
                <a:lnTo>
                  <a:pt x="2407456" y="3557654"/>
                </a:lnTo>
                <a:cubicBezTo>
                  <a:pt x="1600634" y="3536531"/>
                  <a:pt x="825791" y="3452807"/>
                  <a:pt x="100772" y="3315698"/>
                </a:cubicBezTo>
                <a:lnTo>
                  <a:pt x="43225" y="3303979"/>
                </a:lnTo>
                <a:cubicBezTo>
                  <a:pt x="18068" y="3298856"/>
                  <a:pt x="0" y="3276738"/>
                  <a:pt x="0" y="3251065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0" name="图片占位符 79">
            <a:extLst>
              <a:ext uri="{FF2B5EF4-FFF2-40B4-BE49-F238E27FC236}">
                <a16:creationId xmlns:a16="http://schemas.microsoft.com/office/drawing/2014/main" id="{8B3EF49B-B185-2FE2-0E6A-857C912D0E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0957" y="1351613"/>
            <a:ext cx="2752334" cy="3561448"/>
          </a:xfrm>
          <a:custGeom>
            <a:avLst/>
            <a:gdLst>
              <a:gd name="csX0" fmla="*/ 54000 w 2752334"/>
              <a:gd name="csY0" fmla="*/ 0 h 3561448"/>
              <a:gd name="csX1" fmla="*/ 2698334 w 2752334"/>
              <a:gd name="csY1" fmla="*/ 0 h 3561448"/>
              <a:gd name="csX2" fmla="*/ 2752334 w 2752334"/>
              <a:gd name="csY2" fmla="*/ 54000 h 3561448"/>
              <a:gd name="csX3" fmla="*/ 2752334 w 2752334"/>
              <a:gd name="csY3" fmla="*/ 3251065 h 3561448"/>
              <a:gd name="csX4" fmla="*/ 2709109 w 2752334"/>
              <a:gd name="csY4" fmla="*/ 3303979 h 3561448"/>
              <a:gd name="csX5" fmla="*/ 2651562 w 2752334"/>
              <a:gd name="csY5" fmla="*/ 3315698 h 3561448"/>
              <a:gd name="csX6" fmla="*/ 344878 w 2752334"/>
              <a:gd name="csY6" fmla="*/ 3557654 h 3561448"/>
              <a:gd name="csX7" fmla="*/ 54705 w 2752334"/>
              <a:gd name="csY7" fmla="*/ 3561444 h 3561448"/>
              <a:gd name="csX8" fmla="*/ 0 w 2752334"/>
              <a:gd name="csY8" fmla="*/ 3507448 h 3561448"/>
              <a:gd name="csX9" fmla="*/ 0 w 2752334"/>
              <a:gd name="csY9" fmla="*/ 54000 h 3561448"/>
              <a:gd name="csX10" fmla="*/ 54000 w 2752334"/>
              <a:gd name="csY10" fmla="*/ 0 h 3561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561448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251065"/>
                </a:lnTo>
                <a:cubicBezTo>
                  <a:pt x="2752334" y="3276738"/>
                  <a:pt x="2734266" y="3298856"/>
                  <a:pt x="2709109" y="3303979"/>
                </a:cubicBezTo>
                <a:lnTo>
                  <a:pt x="2651562" y="3315698"/>
                </a:lnTo>
                <a:cubicBezTo>
                  <a:pt x="1926543" y="3452807"/>
                  <a:pt x="1151699" y="3536531"/>
                  <a:pt x="344878" y="3557654"/>
                </a:cubicBezTo>
                <a:lnTo>
                  <a:pt x="54705" y="3561444"/>
                </a:lnTo>
                <a:cubicBezTo>
                  <a:pt x="24618" y="3561837"/>
                  <a:pt x="0" y="3537539"/>
                  <a:pt x="0" y="3507448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1" name="图片占位符 80">
            <a:extLst>
              <a:ext uri="{FF2B5EF4-FFF2-40B4-BE49-F238E27FC236}">
                <a16:creationId xmlns:a16="http://schemas.microsoft.com/office/drawing/2014/main" id="{700430B8-E370-B29D-A399-1776B365E6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4550" y="1365643"/>
            <a:ext cx="2752334" cy="3258201"/>
          </a:xfrm>
          <a:custGeom>
            <a:avLst/>
            <a:gdLst>
              <a:gd name="csX0" fmla="*/ 54000 w 2752334"/>
              <a:gd name="csY0" fmla="*/ 0 h 3258201"/>
              <a:gd name="csX1" fmla="*/ 2698334 w 2752334"/>
              <a:gd name="csY1" fmla="*/ 0 h 3258201"/>
              <a:gd name="csX2" fmla="*/ 2752334 w 2752334"/>
              <a:gd name="csY2" fmla="*/ 54000 h 3258201"/>
              <a:gd name="csX3" fmla="*/ 2752334 w 2752334"/>
              <a:gd name="csY3" fmla="*/ 2278109 h 3258201"/>
              <a:gd name="csX4" fmla="*/ 2724055 w 2752334"/>
              <a:gd name="csY4" fmla="*/ 2325589 h 3258201"/>
              <a:gd name="csX5" fmla="*/ 2643047 w 2752334"/>
              <a:gd name="csY5" fmla="*/ 2369473 h 3258201"/>
              <a:gd name="csX6" fmla="*/ 135275 w 2752334"/>
              <a:gd name="csY6" fmla="*/ 3242738 h 3258201"/>
              <a:gd name="csX7" fmla="*/ 64776 w 2752334"/>
              <a:gd name="csY7" fmla="*/ 3257095 h 3258201"/>
              <a:gd name="csX8" fmla="*/ 0 w 2752334"/>
              <a:gd name="csY8" fmla="*/ 3204181 h 3258201"/>
              <a:gd name="csX9" fmla="*/ 0 w 2752334"/>
              <a:gd name="csY9" fmla="*/ 54000 h 3258201"/>
              <a:gd name="csX10" fmla="*/ 54000 w 2752334"/>
              <a:gd name="csY10" fmla="*/ 0 h 3258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258201">
                <a:moveTo>
                  <a:pt x="54000" y="0"/>
                </a:moveTo>
                <a:lnTo>
                  <a:pt x="2698334" y="0"/>
                </a:lnTo>
                <a:cubicBezTo>
                  <a:pt x="2728143" y="0"/>
                  <a:pt x="2752334" y="24192"/>
                  <a:pt x="2752334" y="54000"/>
                </a:cubicBezTo>
                <a:lnTo>
                  <a:pt x="2752334" y="2278109"/>
                </a:lnTo>
                <a:cubicBezTo>
                  <a:pt x="2752334" y="2297920"/>
                  <a:pt x="2741475" y="2316153"/>
                  <a:pt x="2724055" y="2325589"/>
                </a:cubicBezTo>
                <a:lnTo>
                  <a:pt x="2643047" y="2369473"/>
                </a:lnTo>
                <a:cubicBezTo>
                  <a:pt x="1929187" y="2738171"/>
                  <a:pt x="1079162" y="3036542"/>
                  <a:pt x="135275" y="3242738"/>
                </a:cubicBezTo>
                <a:lnTo>
                  <a:pt x="64776" y="3257095"/>
                </a:lnTo>
                <a:cubicBezTo>
                  <a:pt x="31286" y="3263915"/>
                  <a:pt x="0" y="3238357"/>
                  <a:pt x="0" y="3204181"/>
                </a:cubicBezTo>
                <a:lnTo>
                  <a:pt x="0" y="54000"/>
                </a:lnTo>
                <a:cubicBezTo>
                  <a:pt x="0" y="24192"/>
                  <a:pt x="24191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2" name="文本占位符 89">
            <a:extLst>
              <a:ext uri="{FF2B5EF4-FFF2-40B4-BE49-F238E27FC236}">
                <a16:creationId xmlns:a16="http://schemas.microsoft.com/office/drawing/2014/main" id="{97DBD2B1-D214-E02B-0FAE-2ED3FD129B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2955" y="5163320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3" name="文本占位符 89">
            <a:extLst>
              <a:ext uri="{FF2B5EF4-FFF2-40B4-BE49-F238E27FC236}">
                <a16:creationId xmlns:a16="http://schemas.microsoft.com/office/drawing/2014/main" id="{F9EA24F4-0451-82A2-8FE6-4870B108FF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85059" y="573189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4" name="文本占位符 89">
            <a:extLst>
              <a:ext uri="{FF2B5EF4-FFF2-40B4-BE49-F238E27FC236}">
                <a16:creationId xmlns:a16="http://schemas.microsoft.com/office/drawing/2014/main" id="{D984612C-D5BE-601B-F8EF-EFCE439CF8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0700" y="573189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5" name="文本占位符 89">
            <a:extLst>
              <a:ext uri="{FF2B5EF4-FFF2-40B4-BE49-F238E27FC236}">
                <a16:creationId xmlns:a16="http://schemas.microsoft.com/office/drawing/2014/main" id="{91BBBB49-4BD5-4BB3-0F5D-939B45B5F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8850" y="5163320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26372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_3Images_三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259C15-BAAF-F189-7776-0A8FBB47C71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flipV="1">
            <a:off x="4495441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32172DA7-CB27-1C14-ED59-252EF6480FB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495442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09CDB4-CEFF-9C8D-B62B-C4423F73D4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V="1">
            <a:off x="8390781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梯形 9">
            <a:extLst>
              <a:ext uri="{FF2B5EF4-FFF2-40B4-BE49-F238E27FC236}">
                <a16:creationId xmlns:a16="http://schemas.microsoft.com/office/drawing/2014/main" id="{7BF73248-DBB1-3BDD-964D-6628514ECD16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8390782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0155A0-BC21-8118-F58A-1B59C1A3987E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 flipV="1">
            <a:off x="600100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01BE18FE-66FA-746D-5DB9-737958970F2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600101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C58AAA-5792-5811-E4CB-2925FF26C8EA}"/>
              </a:ext>
            </a:extLst>
          </p:cNvPr>
          <p:cNvGrpSpPr/>
          <p:nvPr userDrawn="1"/>
        </p:nvGrpSpPr>
        <p:grpSpPr>
          <a:xfrm>
            <a:off x="3708599" y="1198962"/>
            <a:ext cx="4774802" cy="125596"/>
            <a:chOff x="3613344" y="1233743"/>
            <a:chExt cx="4774802" cy="12559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585629E-F1CD-1E55-D20B-170EC98C951C}"/>
                </a:ext>
              </a:extLst>
            </p:cNvPr>
            <p:cNvGrpSpPr/>
            <p:nvPr/>
          </p:nvGrpSpPr>
          <p:grpSpPr>
            <a:xfrm>
              <a:off x="7213487" y="1233743"/>
              <a:ext cx="1174659" cy="125596"/>
              <a:chOff x="10141269" y="2714874"/>
              <a:chExt cx="1409830" cy="77360"/>
            </a:xfrm>
          </p:grpSpPr>
          <p:sp>
            <p:nvSpPr>
              <p:cNvPr id="20" name="PA-平行四边形 80">
                <a:extLst>
                  <a:ext uri="{FF2B5EF4-FFF2-40B4-BE49-F238E27FC236}">
                    <a16:creationId xmlns:a16="http://schemas.microsoft.com/office/drawing/2014/main" id="{A33C3672-71EB-E651-C115-348DC1B2BBA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0141269" y="2746515"/>
                <a:ext cx="999089" cy="45719"/>
              </a:xfrm>
              <a:prstGeom prst="parallelogram">
                <a:avLst>
                  <a:gd name="adj" fmla="val 34277"/>
                </a:avLst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  <a:tileRect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  <p:sp>
            <p:nvSpPr>
              <p:cNvPr id="21" name="PA-平行四边形 80">
                <a:extLst>
                  <a:ext uri="{FF2B5EF4-FFF2-40B4-BE49-F238E27FC236}">
                    <a16:creationId xmlns:a16="http://schemas.microsoft.com/office/drawing/2014/main" id="{E82D38EF-999F-92E7-22F1-B50EBE492680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0552009" y="2714874"/>
                <a:ext cx="999090" cy="45719"/>
              </a:xfrm>
              <a:prstGeom prst="parallelogram">
                <a:avLst>
                  <a:gd name="adj" fmla="val 34277"/>
                </a:avLst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  <a:tileRect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CA47DB5-604D-EDB7-FC35-C4982E5D6BDA}"/>
                </a:ext>
              </a:extLst>
            </p:cNvPr>
            <p:cNvGrpSpPr/>
            <p:nvPr/>
          </p:nvGrpSpPr>
          <p:grpSpPr>
            <a:xfrm flipH="1">
              <a:off x="3613344" y="1233743"/>
              <a:ext cx="1154341" cy="125596"/>
              <a:chOff x="10141269" y="2714874"/>
              <a:chExt cx="1385444" cy="77360"/>
            </a:xfrm>
            <a:gradFill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75000"/>
                  </a:schemeClr>
                </a:gs>
              </a:gsLst>
            </a:gradFill>
          </p:grpSpPr>
          <p:sp>
            <p:nvSpPr>
              <p:cNvPr id="18" name="PA-平行四边形 80">
                <a:extLst>
                  <a:ext uri="{FF2B5EF4-FFF2-40B4-BE49-F238E27FC236}">
                    <a16:creationId xmlns:a16="http://schemas.microsoft.com/office/drawing/2014/main" id="{936E5EBB-80DE-8358-372C-F932C94EFAB0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0141269" y="2746515"/>
                <a:ext cx="999089" cy="45719"/>
              </a:xfrm>
              <a:prstGeom prst="parallelogram">
                <a:avLst>
                  <a:gd name="adj" fmla="val 34277"/>
                </a:avLst>
              </a:prstGeom>
              <a:grpFill/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  <p:sp>
            <p:nvSpPr>
              <p:cNvPr id="19" name="PA-平行四边形 80">
                <a:extLst>
                  <a:ext uri="{FF2B5EF4-FFF2-40B4-BE49-F238E27FC236}">
                    <a16:creationId xmlns:a16="http://schemas.microsoft.com/office/drawing/2014/main" id="{C07AC494-67C1-B932-2360-38065B96B5D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0527621" y="2714874"/>
                <a:ext cx="999092" cy="45719"/>
              </a:xfrm>
              <a:prstGeom prst="parallelogram">
                <a:avLst>
                  <a:gd name="adj" fmla="val 34277"/>
                </a:avLst>
              </a:prstGeom>
              <a:gradFill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25" name="内容 2">
            <a:extLst>
              <a:ext uri="{FF2B5EF4-FFF2-40B4-BE49-F238E27FC236}">
                <a16:creationId xmlns:a16="http://schemas.microsoft.com/office/drawing/2014/main" id="{0EF8E3FD-B849-D71E-6DC0-185D48256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120" y="5299966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6" name="内容 2">
            <a:extLst>
              <a:ext uri="{FF2B5EF4-FFF2-40B4-BE49-F238E27FC236}">
                <a16:creationId xmlns:a16="http://schemas.microsoft.com/office/drawing/2014/main" id="{0D546CD1-6411-5D41-5468-CCAEDF8D1C9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83760" y="5271519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7" name="内容 2">
            <a:extLst>
              <a:ext uri="{FF2B5EF4-FFF2-40B4-BE49-F238E27FC236}">
                <a16:creationId xmlns:a16="http://schemas.microsoft.com/office/drawing/2014/main" id="{11B493BB-FFA5-4BC7-7801-9526DBC0FF6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472430" y="5271518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D5318C03-9AFA-6116-5B66-F028FF564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4003" y="1601199"/>
            <a:ext cx="3737327" cy="2812225"/>
          </a:xfrm>
          <a:custGeom>
            <a:avLst/>
            <a:gdLst>
              <a:gd name="csX0" fmla="*/ 109891 w 3737327"/>
              <a:gd name="csY0" fmla="*/ 0 h 2812225"/>
              <a:gd name="csX1" fmla="*/ 3617540 w 3737327"/>
              <a:gd name="csY1" fmla="*/ 212861 h 2812225"/>
              <a:gd name="csX2" fmla="*/ 3631852 w 3737327"/>
              <a:gd name="csY2" fmla="*/ 213195 h 2812225"/>
              <a:gd name="csX3" fmla="*/ 3737327 w 3737327"/>
              <a:gd name="csY3" fmla="*/ 297622 h 2812225"/>
              <a:gd name="csX4" fmla="*/ 3737327 w 3737327"/>
              <a:gd name="csY4" fmla="*/ 911600 h 2812225"/>
              <a:gd name="csX5" fmla="*/ 3737327 w 3737327"/>
              <a:gd name="csY5" fmla="*/ 1900625 h 2812225"/>
              <a:gd name="csX6" fmla="*/ 3737327 w 3737327"/>
              <a:gd name="csY6" fmla="*/ 2514602 h 2812225"/>
              <a:gd name="csX7" fmla="*/ 3631852 w 3737327"/>
              <a:gd name="csY7" fmla="*/ 2599029 h 2812225"/>
              <a:gd name="csX8" fmla="*/ 3617540 w 3737327"/>
              <a:gd name="csY8" fmla="*/ 2599364 h 2812225"/>
              <a:gd name="csX9" fmla="*/ 109891 w 3737327"/>
              <a:gd name="csY9" fmla="*/ 2812225 h 2812225"/>
              <a:gd name="csX10" fmla="*/ 127034 w 3737327"/>
              <a:gd name="csY10" fmla="*/ 2809954 h 2812225"/>
              <a:gd name="csX11" fmla="*/ 0 w 3737327"/>
              <a:gd name="csY11" fmla="*/ 2726692 h 2812225"/>
              <a:gd name="csX12" fmla="*/ 0 w 3737327"/>
              <a:gd name="csY12" fmla="*/ 2112714 h 2812225"/>
              <a:gd name="csX13" fmla="*/ 0 w 3737327"/>
              <a:gd name="csY13" fmla="*/ 699511 h 2812225"/>
              <a:gd name="csX14" fmla="*/ 0 w 3737327"/>
              <a:gd name="csY14" fmla="*/ 85533 h 2812225"/>
              <a:gd name="csX15" fmla="*/ 127034 w 3737327"/>
              <a:gd name="csY15" fmla="*/ 2271 h 2812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737327" h="2812225">
                <a:moveTo>
                  <a:pt x="109891" y="0"/>
                </a:moveTo>
                <a:cubicBezTo>
                  <a:pt x="943070" y="99251"/>
                  <a:pt x="2173482" y="175129"/>
                  <a:pt x="3617540" y="212861"/>
                </a:cubicBezTo>
                <a:lnTo>
                  <a:pt x="3631852" y="213195"/>
                </a:lnTo>
                <a:cubicBezTo>
                  <a:pt x="3690601" y="214571"/>
                  <a:pt x="3737327" y="251971"/>
                  <a:pt x="3737327" y="297622"/>
                </a:cubicBezTo>
                <a:lnTo>
                  <a:pt x="3737327" y="911600"/>
                </a:lnTo>
                <a:lnTo>
                  <a:pt x="3737327" y="1900625"/>
                </a:lnTo>
                <a:lnTo>
                  <a:pt x="3737327" y="2514602"/>
                </a:lnTo>
                <a:cubicBezTo>
                  <a:pt x="3737327" y="2560254"/>
                  <a:pt x="3690601" y="2597655"/>
                  <a:pt x="3631852" y="2599029"/>
                </a:cubicBezTo>
                <a:lnTo>
                  <a:pt x="3617540" y="2599364"/>
                </a:lnTo>
                <a:cubicBezTo>
                  <a:pt x="2173482" y="2637096"/>
                  <a:pt x="943070" y="2712975"/>
                  <a:pt x="109891" y="2812225"/>
                </a:cubicBezTo>
                <a:lnTo>
                  <a:pt x="127034" y="2809954"/>
                </a:lnTo>
                <a:cubicBezTo>
                  <a:pt x="60595" y="2818755"/>
                  <a:pt x="0" y="2779039"/>
                  <a:pt x="0" y="2726692"/>
                </a:cubicBezTo>
                <a:lnTo>
                  <a:pt x="0" y="2112714"/>
                </a:lnTo>
                <a:lnTo>
                  <a:pt x="0" y="699511"/>
                </a:lnTo>
                <a:lnTo>
                  <a:pt x="0" y="85533"/>
                </a:lnTo>
                <a:cubicBezTo>
                  <a:pt x="0" y="33186"/>
                  <a:pt x="60596" y="-6530"/>
                  <a:pt x="127034" y="2271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>
            <a:extLst>
              <a:ext uri="{FF2B5EF4-FFF2-40B4-BE49-F238E27FC236}">
                <a16:creationId xmlns:a16="http://schemas.microsoft.com/office/drawing/2014/main" id="{027E0E4A-7A45-78F4-7E70-3FCC18469B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1484" y="1820928"/>
            <a:ext cx="3738988" cy="2371782"/>
          </a:xfrm>
          <a:custGeom>
            <a:avLst/>
            <a:gdLst>
              <a:gd name="csX0" fmla="*/ 112023 w 3738988"/>
              <a:gd name="csY0" fmla="*/ 39 h 2371782"/>
              <a:gd name="csX1" fmla="*/ 194699 w 3738988"/>
              <a:gd name="csY1" fmla="*/ 1973 h 2371782"/>
              <a:gd name="csX2" fmla="*/ 1880062 w 3738988"/>
              <a:gd name="csY2" fmla="*/ 19059 h 2371782"/>
              <a:gd name="csX3" fmla="*/ 3565425 w 3738988"/>
              <a:gd name="csY3" fmla="*/ 1973 h 2371782"/>
              <a:gd name="csX4" fmla="*/ 3626964 w 3738988"/>
              <a:gd name="csY4" fmla="*/ 534 h 2371782"/>
              <a:gd name="csX5" fmla="*/ 3738988 w 3738988"/>
              <a:gd name="csY5" fmla="*/ 84961 h 2371782"/>
              <a:gd name="csX6" fmla="*/ 3738988 w 3738988"/>
              <a:gd name="csY6" fmla="*/ 698939 h 2371782"/>
              <a:gd name="csX7" fmla="*/ 3738988 w 3738988"/>
              <a:gd name="csY7" fmla="*/ 1672846 h 2371782"/>
              <a:gd name="csX8" fmla="*/ 3738988 w 3738988"/>
              <a:gd name="csY8" fmla="*/ 2286823 h 2371782"/>
              <a:gd name="csX9" fmla="*/ 3626964 w 3738988"/>
              <a:gd name="csY9" fmla="*/ 2371249 h 2371782"/>
              <a:gd name="csX10" fmla="*/ 3565425 w 3738988"/>
              <a:gd name="csY10" fmla="*/ 2369810 h 2371782"/>
              <a:gd name="csX11" fmla="*/ 1880062 w 3738988"/>
              <a:gd name="csY11" fmla="*/ 2352724 h 2371782"/>
              <a:gd name="csX12" fmla="*/ 194699 w 3738988"/>
              <a:gd name="csY12" fmla="*/ 2369810 h 2371782"/>
              <a:gd name="csX13" fmla="*/ 112024 w 3738988"/>
              <a:gd name="csY13" fmla="*/ 2371744 h 2371782"/>
              <a:gd name="csX14" fmla="*/ 0 w 3738988"/>
              <a:gd name="csY14" fmla="*/ 2287317 h 2371782"/>
              <a:gd name="csX15" fmla="*/ 0 w 3738988"/>
              <a:gd name="csY15" fmla="*/ 1673340 h 2371782"/>
              <a:gd name="csX16" fmla="*/ 0 w 3738988"/>
              <a:gd name="csY16" fmla="*/ 698444 h 2371782"/>
              <a:gd name="csX17" fmla="*/ 0 w 3738988"/>
              <a:gd name="csY17" fmla="*/ 84466 h 2371782"/>
              <a:gd name="csX18" fmla="*/ 112023 w 3738988"/>
              <a:gd name="csY18" fmla="*/ 39 h 23717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38988" h="2371782">
                <a:moveTo>
                  <a:pt x="112023" y="39"/>
                </a:moveTo>
                <a:lnTo>
                  <a:pt x="194699" y="1973"/>
                </a:lnTo>
                <a:cubicBezTo>
                  <a:pt x="733385" y="13127"/>
                  <a:pt x="1298116" y="19059"/>
                  <a:pt x="1880062" y="19059"/>
                </a:cubicBezTo>
                <a:cubicBezTo>
                  <a:pt x="2462009" y="19059"/>
                  <a:pt x="3026739" y="13127"/>
                  <a:pt x="3565425" y="1973"/>
                </a:cubicBezTo>
                <a:lnTo>
                  <a:pt x="3626964" y="534"/>
                </a:lnTo>
                <a:cubicBezTo>
                  <a:pt x="3688241" y="-899"/>
                  <a:pt x="3738988" y="37346"/>
                  <a:pt x="3738988" y="84961"/>
                </a:cubicBezTo>
                <a:lnTo>
                  <a:pt x="3738988" y="698939"/>
                </a:lnTo>
                <a:lnTo>
                  <a:pt x="3738988" y="1672846"/>
                </a:lnTo>
                <a:lnTo>
                  <a:pt x="3738988" y="2286823"/>
                </a:lnTo>
                <a:cubicBezTo>
                  <a:pt x="3738988" y="2334438"/>
                  <a:pt x="3688241" y="2372683"/>
                  <a:pt x="3626964" y="2371249"/>
                </a:cubicBezTo>
                <a:lnTo>
                  <a:pt x="3565425" y="2369810"/>
                </a:lnTo>
                <a:cubicBezTo>
                  <a:pt x="3026739" y="2358656"/>
                  <a:pt x="2462009" y="2352724"/>
                  <a:pt x="1880062" y="2352724"/>
                </a:cubicBezTo>
                <a:cubicBezTo>
                  <a:pt x="1298116" y="2352724"/>
                  <a:pt x="733385" y="2358656"/>
                  <a:pt x="194699" y="2369810"/>
                </a:cubicBezTo>
                <a:lnTo>
                  <a:pt x="112024" y="2371744"/>
                </a:lnTo>
                <a:cubicBezTo>
                  <a:pt x="50747" y="2373177"/>
                  <a:pt x="0" y="2334932"/>
                  <a:pt x="0" y="2287317"/>
                </a:cubicBezTo>
                <a:lnTo>
                  <a:pt x="0" y="1673340"/>
                </a:lnTo>
                <a:lnTo>
                  <a:pt x="0" y="698444"/>
                </a:lnTo>
                <a:lnTo>
                  <a:pt x="0" y="84466"/>
                </a:lnTo>
                <a:cubicBezTo>
                  <a:pt x="0" y="36852"/>
                  <a:pt x="50747" y="-1394"/>
                  <a:pt x="112023" y="39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>
            <a:extLst>
              <a:ext uri="{FF2B5EF4-FFF2-40B4-BE49-F238E27FC236}">
                <a16:creationId xmlns:a16="http://schemas.microsoft.com/office/drawing/2014/main" id="{98799922-0330-7BBF-C148-B226143BFB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67184" y="1600706"/>
            <a:ext cx="3730693" cy="2812225"/>
          </a:xfrm>
          <a:custGeom>
            <a:avLst/>
            <a:gdLst>
              <a:gd name="csX0" fmla="*/ 3648573 w 3730693"/>
              <a:gd name="csY0" fmla="*/ 0 h 2812225"/>
              <a:gd name="csX1" fmla="*/ 3603660 w 3730693"/>
              <a:gd name="csY1" fmla="*/ 5950 h 2812225"/>
              <a:gd name="csX2" fmla="*/ 3730693 w 3730693"/>
              <a:gd name="csY2" fmla="*/ 89213 h 2812225"/>
              <a:gd name="csX3" fmla="*/ 3730693 w 3730693"/>
              <a:gd name="csY3" fmla="*/ 703190 h 2812225"/>
              <a:gd name="csX4" fmla="*/ 3730693 w 3730693"/>
              <a:gd name="csY4" fmla="*/ 2109035 h 2812225"/>
              <a:gd name="csX5" fmla="*/ 3730693 w 3730693"/>
              <a:gd name="csY5" fmla="*/ 2723013 h 2812225"/>
              <a:gd name="csX6" fmla="*/ 3603660 w 3730693"/>
              <a:gd name="csY6" fmla="*/ 2806276 h 2812225"/>
              <a:gd name="csX7" fmla="*/ 3648573 w 3730693"/>
              <a:gd name="csY7" fmla="*/ 2812225 h 2812225"/>
              <a:gd name="csX8" fmla="*/ 140924 w 3730693"/>
              <a:gd name="csY8" fmla="*/ 2599364 h 2812225"/>
              <a:gd name="csX9" fmla="*/ 105476 w 3730693"/>
              <a:gd name="csY9" fmla="*/ 2598535 h 2812225"/>
              <a:gd name="csX10" fmla="*/ 0 w 3730693"/>
              <a:gd name="csY10" fmla="*/ 2514108 h 2812225"/>
              <a:gd name="csX11" fmla="*/ 0 w 3730693"/>
              <a:gd name="csY11" fmla="*/ 1900131 h 2812225"/>
              <a:gd name="csX12" fmla="*/ 0 w 3730693"/>
              <a:gd name="csY12" fmla="*/ 912094 h 2812225"/>
              <a:gd name="csX13" fmla="*/ 0 w 3730693"/>
              <a:gd name="csY13" fmla="*/ 298117 h 2812225"/>
              <a:gd name="csX14" fmla="*/ 105476 w 3730693"/>
              <a:gd name="csY14" fmla="*/ 213690 h 2812225"/>
              <a:gd name="csX15" fmla="*/ 140924 w 3730693"/>
              <a:gd name="csY15" fmla="*/ 212861 h 2812225"/>
              <a:gd name="csX16" fmla="*/ 3648573 w 3730693"/>
              <a:gd name="csY16" fmla="*/ 0 h 2812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30693" h="2812225">
                <a:moveTo>
                  <a:pt x="3648573" y="0"/>
                </a:moveTo>
                <a:lnTo>
                  <a:pt x="3603660" y="5950"/>
                </a:lnTo>
                <a:cubicBezTo>
                  <a:pt x="3670097" y="-2851"/>
                  <a:pt x="3730693" y="36865"/>
                  <a:pt x="3730693" y="89213"/>
                </a:cubicBezTo>
                <a:lnTo>
                  <a:pt x="3730693" y="703190"/>
                </a:lnTo>
                <a:lnTo>
                  <a:pt x="3730693" y="2109035"/>
                </a:lnTo>
                <a:lnTo>
                  <a:pt x="3730693" y="2723013"/>
                </a:lnTo>
                <a:cubicBezTo>
                  <a:pt x="3730693" y="2775360"/>
                  <a:pt x="3670098" y="2815077"/>
                  <a:pt x="3603660" y="2806276"/>
                </a:cubicBezTo>
                <a:lnTo>
                  <a:pt x="3648573" y="2812225"/>
                </a:lnTo>
                <a:cubicBezTo>
                  <a:pt x="2815392" y="2712975"/>
                  <a:pt x="1584982" y="2637096"/>
                  <a:pt x="140924" y="2599364"/>
                </a:cubicBezTo>
                <a:lnTo>
                  <a:pt x="105476" y="2598535"/>
                </a:lnTo>
                <a:cubicBezTo>
                  <a:pt x="46725" y="2597160"/>
                  <a:pt x="0" y="2559759"/>
                  <a:pt x="0" y="2514108"/>
                </a:cubicBezTo>
                <a:lnTo>
                  <a:pt x="0" y="1900131"/>
                </a:lnTo>
                <a:lnTo>
                  <a:pt x="0" y="912094"/>
                </a:lnTo>
                <a:lnTo>
                  <a:pt x="0" y="298117"/>
                </a:lnTo>
                <a:cubicBezTo>
                  <a:pt x="0" y="252465"/>
                  <a:pt x="46725" y="215064"/>
                  <a:pt x="105476" y="213690"/>
                </a:cubicBezTo>
                <a:lnTo>
                  <a:pt x="140924" y="212861"/>
                </a:lnTo>
                <a:cubicBezTo>
                  <a:pt x="1584982" y="175129"/>
                  <a:pt x="2815392" y="99251"/>
                  <a:pt x="3648573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6" name="文本占位符 89">
            <a:extLst>
              <a:ext uri="{FF2B5EF4-FFF2-40B4-BE49-F238E27FC236}">
                <a16:creationId xmlns:a16="http://schemas.microsoft.com/office/drawing/2014/main" id="{2F2F9219-647F-726C-6169-B2609318DB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5165" y="1113931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7" name="文本占位符 89">
            <a:extLst>
              <a:ext uri="{FF2B5EF4-FFF2-40B4-BE49-F238E27FC236}">
                <a16:creationId xmlns:a16="http://schemas.microsoft.com/office/drawing/2014/main" id="{FD2AEF31-5E01-95E1-0DE8-C13EA85831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923" y="4748067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8" name="文本占位符 89">
            <a:extLst>
              <a:ext uri="{FF2B5EF4-FFF2-40B4-BE49-F238E27FC236}">
                <a16:creationId xmlns:a16="http://schemas.microsoft.com/office/drawing/2014/main" id="{2FFC922C-04D2-408D-92DC-13FF94033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76563" y="4726274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9" name="文本占位符 89">
            <a:extLst>
              <a:ext uri="{FF2B5EF4-FFF2-40B4-BE49-F238E27FC236}">
                <a16:creationId xmlns:a16="http://schemas.microsoft.com/office/drawing/2014/main" id="{4514AB56-7DC7-1A36-8F60-3B615B2939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3094" y="4695164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78153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四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031F6D6-A4D7-DB28-DBB5-B16FD8496390}"/>
              </a:ext>
            </a:extLst>
          </p:cNvPr>
          <p:cNvGrpSpPr/>
          <p:nvPr userDrawn="1"/>
        </p:nvGrpSpPr>
        <p:grpSpPr>
          <a:xfrm>
            <a:off x="4403725" y="2232025"/>
            <a:ext cx="3351213" cy="3352800"/>
            <a:chOff x="4403725" y="2232025"/>
            <a:chExt cx="3351213" cy="3352800"/>
          </a:xfrm>
        </p:grpSpPr>
        <p:sp>
          <p:nvSpPr>
            <p:cNvPr id="3" name="任意多边形 8">
              <a:extLst>
                <a:ext uri="{FF2B5EF4-FFF2-40B4-BE49-F238E27FC236}">
                  <a16:creationId xmlns:a16="http://schemas.microsoft.com/office/drawing/2014/main" id="{E464EF6B-E2B8-DAD8-6C6D-6E79412667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93188" flipH="1">
              <a:off x="3789362" y="2846388"/>
              <a:ext cx="1617663" cy="388938"/>
            </a:xfrm>
            <a:custGeom>
              <a:avLst/>
              <a:gdLst>
                <a:gd name="T0" fmla="*/ 0 w 1617335"/>
                <a:gd name="T1" fmla="*/ 0 h 387910"/>
                <a:gd name="T2" fmla="*/ 379435 w 1617335"/>
                <a:gd name="T3" fmla="*/ 388938 h 387910"/>
                <a:gd name="T4" fmla="*/ 1617663 w 1617335"/>
                <a:gd name="T5" fmla="*/ 388938 h 387910"/>
                <a:gd name="T6" fmla="*/ 1617663 w 1617335"/>
                <a:gd name="T7" fmla="*/ 386921 h 387910"/>
                <a:gd name="T8" fmla="*/ 1231687 w 1617335"/>
                <a:gd name="T9" fmla="*/ 0 h 3879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17335"/>
                <a:gd name="T16" fmla="*/ 0 h 387910"/>
                <a:gd name="T17" fmla="*/ 1617335 w 1617335"/>
                <a:gd name="T18" fmla="*/ 387910 h 3879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17335" h="387910">
                  <a:moveTo>
                    <a:pt x="0" y="0"/>
                  </a:moveTo>
                  <a:lnTo>
                    <a:pt x="379358" y="387910"/>
                  </a:lnTo>
                  <a:lnTo>
                    <a:pt x="1617335" y="387910"/>
                  </a:lnTo>
                  <a:lnTo>
                    <a:pt x="1617335" y="385898"/>
                  </a:lnTo>
                  <a:lnTo>
                    <a:pt x="12314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FCFC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9">
              <a:extLst>
                <a:ext uri="{FF2B5EF4-FFF2-40B4-BE49-F238E27FC236}">
                  <a16:creationId xmlns:a16="http://schemas.microsoft.com/office/drawing/2014/main" id="{2D654463-EBDA-6A5F-961F-BD77D29444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193188" flipH="1">
              <a:off x="4793457" y="2626518"/>
              <a:ext cx="1225550" cy="1223963"/>
            </a:xfrm>
            <a:prstGeom prst="rect">
              <a:avLst/>
            </a:prstGeom>
            <a:noFill/>
            <a:ln w="12700">
              <a:solidFill>
                <a:srgbClr val="FCFCFC">
                  <a:alpha val="70000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5" name="组合 10">
              <a:extLst>
                <a:ext uri="{FF2B5EF4-FFF2-40B4-BE49-F238E27FC236}">
                  <a16:creationId xmlns:a16="http://schemas.microsoft.com/office/drawing/2014/main" id="{CC7D4242-5688-6E95-20AA-D78F9AB12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7800" y="2962275"/>
              <a:ext cx="519113" cy="581025"/>
              <a:chOff x="0" y="0"/>
              <a:chExt cx="402656" cy="450303"/>
            </a:xfrm>
          </p:grpSpPr>
          <p:sp>
            <p:nvSpPr>
              <p:cNvPr id="32" name="Freeform 108">
                <a:extLst>
                  <a:ext uri="{FF2B5EF4-FFF2-40B4-BE49-F238E27FC236}">
                    <a16:creationId xmlns:a16="http://schemas.microsoft.com/office/drawing/2014/main" id="{63839F66-BAA9-BF35-91B7-79A2291B10C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69134" y="167228"/>
                <a:ext cx="56988" cy="57923"/>
              </a:xfrm>
              <a:custGeom>
                <a:avLst/>
                <a:gdLst>
                  <a:gd name="T0" fmla="*/ 28494 w 26"/>
                  <a:gd name="T1" fmla="*/ 0 h 26"/>
                  <a:gd name="T2" fmla="*/ 0 w 26"/>
                  <a:gd name="T3" fmla="*/ 28962 h 26"/>
                  <a:gd name="T4" fmla="*/ 28494 w 26"/>
                  <a:gd name="T5" fmla="*/ 57923 h 26"/>
                  <a:gd name="T6" fmla="*/ 56988 w 26"/>
                  <a:gd name="T7" fmla="*/ 28962 h 26"/>
                  <a:gd name="T8" fmla="*/ 28494 w 26"/>
                  <a:gd name="T9" fmla="*/ 0 h 26"/>
                  <a:gd name="T10" fmla="*/ 28494 w 26"/>
                  <a:gd name="T11" fmla="*/ 51240 h 26"/>
                  <a:gd name="T12" fmla="*/ 6576 w 26"/>
                  <a:gd name="T13" fmla="*/ 28962 h 26"/>
                  <a:gd name="T14" fmla="*/ 28494 w 26"/>
                  <a:gd name="T15" fmla="*/ 6683 h 26"/>
                  <a:gd name="T16" fmla="*/ 50412 w 26"/>
                  <a:gd name="T17" fmla="*/ 28962 h 26"/>
                  <a:gd name="T18" fmla="*/ 28494 w 26"/>
                  <a:gd name="T19" fmla="*/ 51240 h 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6"/>
                  <a:gd name="T31" fmla="*/ 0 h 26"/>
                  <a:gd name="T32" fmla="*/ 26 w 26"/>
                  <a:gd name="T33" fmla="*/ 26 h 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6" h="26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0" y="26"/>
                      <a:pt x="26" y="20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  <a:moveTo>
                      <a:pt x="13" y="23"/>
                    </a:moveTo>
                    <a:cubicBezTo>
                      <a:pt x="8" y="23"/>
                      <a:pt x="3" y="18"/>
                      <a:pt x="3" y="13"/>
                    </a:cubicBezTo>
                    <a:cubicBezTo>
                      <a:pt x="3" y="7"/>
                      <a:pt x="8" y="3"/>
                      <a:pt x="13" y="3"/>
                    </a:cubicBezTo>
                    <a:cubicBezTo>
                      <a:pt x="19" y="3"/>
                      <a:pt x="23" y="7"/>
                      <a:pt x="23" y="13"/>
                    </a:cubicBezTo>
                    <a:cubicBezTo>
                      <a:pt x="23" y="18"/>
                      <a:pt x="19" y="23"/>
                      <a:pt x="13" y="23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09">
                <a:extLst>
                  <a:ext uri="{FF2B5EF4-FFF2-40B4-BE49-F238E27FC236}">
                    <a16:creationId xmlns:a16="http://schemas.microsoft.com/office/drawing/2014/main" id="{5C95143E-C022-E692-E6B9-82A6637EE85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97125" y="129859"/>
                <a:ext cx="48580" cy="48580"/>
              </a:xfrm>
              <a:custGeom>
                <a:avLst/>
                <a:gdLst>
                  <a:gd name="T0" fmla="*/ 24290 w 22"/>
                  <a:gd name="T1" fmla="*/ 0 h 22"/>
                  <a:gd name="T2" fmla="*/ 0 w 22"/>
                  <a:gd name="T3" fmla="*/ 24290 h 22"/>
                  <a:gd name="T4" fmla="*/ 24290 w 22"/>
                  <a:gd name="T5" fmla="*/ 48580 h 22"/>
                  <a:gd name="T6" fmla="*/ 48580 w 22"/>
                  <a:gd name="T7" fmla="*/ 24290 h 22"/>
                  <a:gd name="T8" fmla="*/ 24290 w 22"/>
                  <a:gd name="T9" fmla="*/ 0 h 22"/>
                  <a:gd name="T10" fmla="*/ 24290 w 22"/>
                  <a:gd name="T11" fmla="*/ 37539 h 22"/>
                  <a:gd name="T12" fmla="*/ 11041 w 22"/>
                  <a:gd name="T13" fmla="*/ 24290 h 22"/>
                  <a:gd name="T14" fmla="*/ 24290 w 22"/>
                  <a:gd name="T15" fmla="*/ 11041 h 22"/>
                  <a:gd name="T16" fmla="*/ 37539 w 22"/>
                  <a:gd name="T17" fmla="*/ 24290 h 22"/>
                  <a:gd name="T18" fmla="*/ 24290 w 22"/>
                  <a:gd name="T19" fmla="*/ 37539 h 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22"/>
                  <a:gd name="T32" fmla="*/ 22 w 22"/>
                  <a:gd name="T33" fmla="*/ 22 h 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22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7" y="22"/>
                      <a:pt x="22" y="17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lose/>
                    <a:moveTo>
                      <a:pt x="11" y="17"/>
                    </a:moveTo>
                    <a:cubicBezTo>
                      <a:pt x="8" y="17"/>
                      <a:pt x="5" y="14"/>
                      <a:pt x="5" y="11"/>
                    </a:cubicBezTo>
                    <a:cubicBezTo>
                      <a:pt x="5" y="8"/>
                      <a:pt x="8" y="5"/>
                      <a:pt x="11" y="5"/>
                    </a:cubicBezTo>
                    <a:cubicBezTo>
                      <a:pt x="14" y="5"/>
                      <a:pt x="17" y="8"/>
                      <a:pt x="17" y="11"/>
                    </a:cubicBezTo>
                    <a:cubicBezTo>
                      <a:pt x="17" y="14"/>
                      <a:pt x="14" y="17"/>
                      <a:pt x="11" y="17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10">
                <a:extLst>
                  <a:ext uri="{FF2B5EF4-FFF2-40B4-BE49-F238E27FC236}">
                    <a16:creationId xmlns:a16="http://schemas.microsoft.com/office/drawing/2014/main" id="{2DF3C29D-1FF4-1E54-E113-D3EFCD8A61E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82213" y="181242"/>
                <a:ext cx="30830" cy="30830"/>
              </a:xfrm>
              <a:custGeom>
                <a:avLst/>
                <a:gdLst>
                  <a:gd name="T0" fmla="*/ 15415 w 14"/>
                  <a:gd name="T1" fmla="*/ 0 h 14"/>
                  <a:gd name="T2" fmla="*/ 0 w 14"/>
                  <a:gd name="T3" fmla="*/ 15415 h 14"/>
                  <a:gd name="T4" fmla="*/ 15415 w 14"/>
                  <a:gd name="T5" fmla="*/ 30830 h 14"/>
                  <a:gd name="T6" fmla="*/ 30830 w 14"/>
                  <a:gd name="T7" fmla="*/ 15415 h 14"/>
                  <a:gd name="T8" fmla="*/ 15415 w 14"/>
                  <a:gd name="T9" fmla="*/ 0 h 14"/>
                  <a:gd name="T10" fmla="*/ 15415 w 14"/>
                  <a:gd name="T11" fmla="*/ 22021 h 14"/>
                  <a:gd name="T12" fmla="*/ 8809 w 14"/>
                  <a:gd name="T13" fmla="*/ 15415 h 14"/>
                  <a:gd name="T14" fmla="*/ 15415 w 14"/>
                  <a:gd name="T15" fmla="*/ 6606 h 14"/>
                  <a:gd name="T16" fmla="*/ 24224 w 14"/>
                  <a:gd name="T17" fmla="*/ 15415 h 14"/>
                  <a:gd name="T18" fmla="*/ 15415 w 14"/>
                  <a:gd name="T19" fmla="*/ 22021 h 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14"/>
                  <a:gd name="T32" fmla="*/ 14 w 14"/>
                  <a:gd name="T33" fmla="*/ 14 h 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14">
                    <a:moveTo>
                      <a:pt x="7" y="0"/>
                    </a:move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lose/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3"/>
                      <a:pt x="7" y="3"/>
                    </a:cubicBezTo>
                    <a:cubicBezTo>
                      <a:pt x="9" y="3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11">
                <a:extLst>
                  <a:ext uri="{FF2B5EF4-FFF2-40B4-BE49-F238E27FC236}">
                    <a16:creationId xmlns:a16="http://schemas.microsoft.com/office/drawing/2014/main" id="{622ED437-3CEB-9127-8C09-AC634407F8DC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72834" y="105568"/>
                <a:ext cx="97161" cy="97161"/>
              </a:xfrm>
              <a:custGeom>
                <a:avLst/>
                <a:gdLst>
                  <a:gd name="T0" fmla="*/ 48581 w 44"/>
                  <a:gd name="T1" fmla="*/ 0 h 44"/>
                  <a:gd name="T2" fmla="*/ 0 w 44"/>
                  <a:gd name="T3" fmla="*/ 48581 h 44"/>
                  <a:gd name="T4" fmla="*/ 48581 w 44"/>
                  <a:gd name="T5" fmla="*/ 97161 h 44"/>
                  <a:gd name="T6" fmla="*/ 97161 w 44"/>
                  <a:gd name="T7" fmla="*/ 48581 h 44"/>
                  <a:gd name="T8" fmla="*/ 48581 w 44"/>
                  <a:gd name="T9" fmla="*/ 0 h 44"/>
                  <a:gd name="T10" fmla="*/ 48581 w 44"/>
                  <a:gd name="T11" fmla="*/ 86120 h 44"/>
                  <a:gd name="T12" fmla="*/ 11041 w 44"/>
                  <a:gd name="T13" fmla="*/ 48581 h 44"/>
                  <a:gd name="T14" fmla="*/ 48581 w 44"/>
                  <a:gd name="T15" fmla="*/ 13249 h 44"/>
                  <a:gd name="T16" fmla="*/ 86120 w 44"/>
                  <a:gd name="T17" fmla="*/ 48581 h 44"/>
                  <a:gd name="T18" fmla="*/ 48581 w 44"/>
                  <a:gd name="T19" fmla="*/ 86120 h 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44"/>
                  <a:gd name="T32" fmla="*/ 44 w 44"/>
                  <a:gd name="T33" fmla="*/ 44 h 4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44">
                    <a:moveTo>
                      <a:pt x="22" y="0"/>
                    </a:moveTo>
                    <a:cubicBezTo>
                      <a:pt x="10" y="0"/>
                      <a:pt x="0" y="10"/>
                      <a:pt x="0" y="22"/>
                    </a:cubicBezTo>
                    <a:cubicBezTo>
                      <a:pt x="0" y="34"/>
                      <a:pt x="10" y="44"/>
                      <a:pt x="22" y="44"/>
                    </a:cubicBezTo>
                    <a:cubicBezTo>
                      <a:pt x="34" y="44"/>
                      <a:pt x="44" y="34"/>
                      <a:pt x="44" y="22"/>
                    </a:cubicBezTo>
                    <a:cubicBezTo>
                      <a:pt x="44" y="10"/>
                      <a:pt x="34" y="0"/>
                      <a:pt x="22" y="0"/>
                    </a:cubicBezTo>
                    <a:close/>
                    <a:moveTo>
                      <a:pt x="22" y="39"/>
                    </a:moveTo>
                    <a:cubicBezTo>
                      <a:pt x="13" y="39"/>
                      <a:pt x="5" y="31"/>
                      <a:pt x="5" y="22"/>
                    </a:cubicBezTo>
                    <a:cubicBezTo>
                      <a:pt x="5" y="13"/>
                      <a:pt x="13" y="6"/>
                      <a:pt x="22" y="6"/>
                    </a:cubicBezTo>
                    <a:cubicBezTo>
                      <a:pt x="31" y="6"/>
                      <a:pt x="39" y="13"/>
                      <a:pt x="39" y="22"/>
                    </a:cubicBezTo>
                    <a:cubicBezTo>
                      <a:pt x="39" y="31"/>
                      <a:pt x="31" y="39"/>
                      <a:pt x="22" y="39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112">
                <a:extLst>
                  <a:ext uri="{FF2B5EF4-FFF2-40B4-BE49-F238E27FC236}">
                    <a16:creationId xmlns:a16="http://schemas.microsoft.com/office/drawing/2014/main" id="{2525FACC-8997-8054-39D9-7FAFB6EB2E2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02656" cy="450303"/>
              </a:xfrm>
              <a:custGeom>
                <a:avLst/>
                <a:gdLst>
                  <a:gd name="T0" fmla="*/ 347346 w 182"/>
                  <a:gd name="T1" fmla="*/ 211907 h 204"/>
                  <a:gd name="T2" fmla="*/ 338497 w 182"/>
                  <a:gd name="T3" fmla="*/ 105954 h 204"/>
                  <a:gd name="T4" fmla="*/ 172567 w 182"/>
                  <a:gd name="T5" fmla="*/ 0 h 204"/>
                  <a:gd name="T6" fmla="*/ 2212 w 182"/>
                  <a:gd name="T7" fmla="*/ 174382 h 204"/>
                  <a:gd name="T8" fmla="*/ 0 w 182"/>
                  <a:gd name="T9" fmla="*/ 450303 h 204"/>
                  <a:gd name="T10" fmla="*/ 250001 w 182"/>
                  <a:gd name="T11" fmla="*/ 388497 h 204"/>
                  <a:gd name="T12" fmla="*/ 325222 w 182"/>
                  <a:gd name="T13" fmla="*/ 388497 h 204"/>
                  <a:gd name="T14" fmla="*/ 325222 w 182"/>
                  <a:gd name="T15" fmla="*/ 388497 h 204"/>
                  <a:gd name="T16" fmla="*/ 345134 w 182"/>
                  <a:gd name="T17" fmla="*/ 333313 h 204"/>
                  <a:gd name="T18" fmla="*/ 323010 w 182"/>
                  <a:gd name="T19" fmla="*/ 320068 h 204"/>
                  <a:gd name="T20" fmla="*/ 345134 w 182"/>
                  <a:gd name="T21" fmla="*/ 309031 h 204"/>
                  <a:gd name="T22" fmla="*/ 342921 w 182"/>
                  <a:gd name="T23" fmla="*/ 304617 h 204"/>
                  <a:gd name="T24" fmla="*/ 376107 w 182"/>
                  <a:gd name="T25" fmla="*/ 245018 h 204"/>
                  <a:gd name="T26" fmla="*/ 137169 w 182"/>
                  <a:gd name="T27" fmla="*/ 205285 h 204"/>
                  <a:gd name="T28" fmla="*/ 137169 w 182"/>
                  <a:gd name="T29" fmla="*/ 225152 h 204"/>
                  <a:gd name="T30" fmla="*/ 119469 w 182"/>
                  <a:gd name="T31" fmla="*/ 231774 h 204"/>
                  <a:gd name="T32" fmla="*/ 106195 w 182"/>
                  <a:gd name="T33" fmla="*/ 242810 h 204"/>
                  <a:gd name="T34" fmla="*/ 88496 w 182"/>
                  <a:gd name="T35" fmla="*/ 236188 h 204"/>
                  <a:gd name="T36" fmla="*/ 70797 w 182"/>
                  <a:gd name="T37" fmla="*/ 236188 h 204"/>
                  <a:gd name="T38" fmla="*/ 61947 w 182"/>
                  <a:gd name="T39" fmla="*/ 218529 h 204"/>
                  <a:gd name="T40" fmla="*/ 48673 w 182"/>
                  <a:gd name="T41" fmla="*/ 205285 h 204"/>
                  <a:gd name="T42" fmla="*/ 57522 w 182"/>
                  <a:gd name="T43" fmla="*/ 187626 h 204"/>
                  <a:gd name="T44" fmla="*/ 57522 w 182"/>
                  <a:gd name="T45" fmla="*/ 167760 h 204"/>
                  <a:gd name="T46" fmla="*/ 75221 w 182"/>
                  <a:gd name="T47" fmla="*/ 161138 h 204"/>
                  <a:gd name="T48" fmla="*/ 88496 w 182"/>
                  <a:gd name="T49" fmla="*/ 150101 h 204"/>
                  <a:gd name="T50" fmla="*/ 106195 w 182"/>
                  <a:gd name="T51" fmla="*/ 156723 h 204"/>
                  <a:gd name="T52" fmla="*/ 126107 w 182"/>
                  <a:gd name="T53" fmla="*/ 156723 h 204"/>
                  <a:gd name="T54" fmla="*/ 132744 w 182"/>
                  <a:gd name="T55" fmla="*/ 174382 h 204"/>
                  <a:gd name="T56" fmla="*/ 146018 w 182"/>
                  <a:gd name="T57" fmla="*/ 187626 h 204"/>
                  <a:gd name="T58" fmla="*/ 300886 w 182"/>
                  <a:gd name="T59" fmla="*/ 169967 h 204"/>
                  <a:gd name="T60" fmla="*/ 278762 w 182"/>
                  <a:gd name="T61" fmla="*/ 192041 h 204"/>
                  <a:gd name="T62" fmla="*/ 267700 w 182"/>
                  <a:gd name="T63" fmla="*/ 220737 h 204"/>
                  <a:gd name="T64" fmla="*/ 236726 w 182"/>
                  <a:gd name="T65" fmla="*/ 220737 h 204"/>
                  <a:gd name="T66" fmla="*/ 207965 w 182"/>
                  <a:gd name="T67" fmla="*/ 231774 h 204"/>
                  <a:gd name="T68" fmla="*/ 183629 w 182"/>
                  <a:gd name="T69" fmla="*/ 211907 h 204"/>
                  <a:gd name="T70" fmla="*/ 154868 w 182"/>
                  <a:gd name="T71" fmla="*/ 200870 h 204"/>
                  <a:gd name="T72" fmla="*/ 154868 w 182"/>
                  <a:gd name="T73" fmla="*/ 169967 h 204"/>
                  <a:gd name="T74" fmla="*/ 141593 w 182"/>
                  <a:gd name="T75" fmla="*/ 141272 h 204"/>
                  <a:gd name="T76" fmla="*/ 163717 w 182"/>
                  <a:gd name="T77" fmla="*/ 116990 h 204"/>
                  <a:gd name="T78" fmla="*/ 174779 w 182"/>
                  <a:gd name="T79" fmla="*/ 88295 h 204"/>
                  <a:gd name="T80" fmla="*/ 207965 w 182"/>
                  <a:gd name="T81" fmla="*/ 88295 h 204"/>
                  <a:gd name="T82" fmla="*/ 236726 w 182"/>
                  <a:gd name="T83" fmla="*/ 77258 h 204"/>
                  <a:gd name="T84" fmla="*/ 258850 w 182"/>
                  <a:gd name="T85" fmla="*/ 97124 h 204"/>
                  <a:gd name="T86" fmla="*/ 287611 w 182"/>
                  <a:gd name="T87" fmla="*/ 108161 h 204"/>
                  <a:gd name="T88" fmla="*/ 287611 w 182"/>
                  <a:gd name="T89" fmla="*/ 141272 h 204"/>
                  <a:gd name="T90" fmla="*/ 300886 w 182"/>
                  <a:gd name="T91" fmla="*/ 169967 h 20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82"/>
                  <a:gd name="T139" fmla="*/ 0 h 204"/>
                  <a:gd name="T140" fmla="*/ 182 w 182"/>
                  <a:gd name="T141" fmla="*/ 204 h 20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82" h="204">
                    <a:moveTo>
                      <a:pt x="170" y="111"/>
                    </a:moveTo>
                    <a:cubicBezTo>
                      <a:pt x="166" y="107"/>
                      <a:pt x="160" y="102"/>
                      <a:pt x="157" y="96"/>
                    </a:cubicBezTo>
                    <a:cubicBezTo>
                      <a:pt x="153" y="87"/>
                      <a:pt x="158" y="79"/>
                      <a:pt x="157" y="70"/>
                    </a:cubicBezTo>
                    <a:cubicBezTo>
                      <a:pt x="157" y="63"/>
                      <a:pt x="155" y="54"/>
                      <a:pt x="153" y="48"/>
                    </a:cubicBezTo>
                    <a:cubicBezTo>
                      <a:pt x="149" y="37"/>
                      <a:pt x="142" y="28"/>
                      <a:pt x="133" y="21"/>
                    </a:cubicBezTo>
                    <a:cubicBezTo>
                      <a:pt x="119" y="8"/>
                      <a:pt x="100" y="0"/>
                      <a:pt x="78" y="0"/>
                    </a:cubicBezTo>
                    <a:cubicBezTo>
                      <a:pt x="35" y="0"/>
                      <a:pt x="0" y="32"/>
                      <a:pt x="0" y="71"/>
                    </a:cubicBezTo>
                    <a:cubicBezTo>
                      <a:pt x="0" y="74"/>
                      <a:pt x="0" y="77"/>
                      <a:pt x="1" y="79"/>
                    </a:cubicBezTo>
                    <a:cubicBezTo>
                      <a:pt x="1" y="96"/>
                      <a:pt x="6" y="117"/>
                      <a:pt x="22" y="139"/>
                    </a:cubicBezTo>
                    <a:cubicBezTo>
                      <a:pt x="22" y="139"/>
                      <a:pt x="43" y="182"/>
                      <a:pt x="0" y="204"/>
                    </a:cubicBezTo>
                    <a:cubicBezTo>
                      <a:pt x="95" y="204"/>
                      <a:pt x="95" y="204"/>
                      <a:pt x="95" y="204"/>
                    </a:cubicBezTo>
                    <a:cubicBezTo>
                      <a:pt x="95" y="204"/>
                      <a:pt x="102" y="176"/>
                      <a:pt x="113" y="176"/>
                    </a:cubicBezTo>
                    <a:cubicBezTo>
                      <a:pt x="123" y="176"/>
                      <a:pt x="133" y="177"/>
                      <a:pt x="142" y="176"/>
                    </a:cubicBezTo>
                    <a:cubicBezTo>
                      <a:pt x="144" y="177"/>
                      <a:pt x="146" y="176"/>
                      <a:pt x="147" y="176"/>
                    </a:cubicBezTo>
                    <a:cubicBezTo>
                      <a:pt x="147" y="176"/>
                      <a:pt x="147" y="176"/>
                      <a:pt x="147" y="176"/>
                    </a:cubicBezTo>
                    <a:cubicBezTo>
                      <a:pt x="147" y="176"/>
                      <a:pt x="147" y="176"/>
                      <a:pt x="147" y="176"/>
                    </a:cubicBezTo>
                    <a:cubicBezTo>
                      <a:pt x="154" y="173"/>
                      <a:pt x="149" y="157"/>
                      <a:pt x="149" y="157"/>
                    </a:cubicBezTo>
                    <a:cubicBezTo>
                      <a:pt x="153" y="155"/>
                      <a:pt x="156" y="153"/>
                      <a:pt x="156" y="151"/>
                    </a:cubicBezTo>
                    <a:cubicBezTo>
                      <a:pt x="156" y="150"/>
                      <a:pt x="156" y="150"/>
                      <a:pt x="156" y="150"/>
                    </a:cubicBezTo>
                    <a:cubicBezTo>
                      <a:pt x="156" y="148"/>
                      <a:pt x="152" y="146"/>
                      <a:pt x="146" y="145"/>
                    </a:cubicBezTo>
                    <a:cubicBezTo>
                      <a:pt x="149" y="145"/>
                      <a:pt x="149" y="145"/>
                      <a:pt x="149" y="145"/>
                    </a:cubicBezTo>
                    <a:cubicBezTo>
                      <a:pt x="153" y="145"/>
                      <a:pt x="156" y="143"/>
                      <a:pt x="156" y="140"/>
                    </a:cubicBezTo>
                    <a:cubicBezTo>
                      <a:pt x="156" y="140"/>
                      <a:pt x="156" y="140"/>
                      <a:pt x="156" y="140"/>
                    </a:cubicBezTo>
                    <a:cubicBezTo>
                      <a:pt x="156" y="139"/>
                      <a:pt x="156" y="138"/>
                      <a:pt x="155" y="138"/>
                    </a:cubicBezTo>
                    <a:cubicBezTo>
                      <a:pt x="156" y="135"/>
                      <a:pt x="159" y="121"/>
                      <a:pt x="160" y="121"/>
                    </a:cubicBezTo>
                    <a:cubicBezTo>
                      <a:pt x="182" y="119"/>
                      <a:pt x="170" y="111"/>
                      <a:pt x="170" y="111"/>
                    </a:cubicBezTo>
                    <a:close/>
                    <a:moveTo>
                      <a:pt x="66" y="93"/>
                    </a:moveTo>
                    <a:cubicBezTo>
                      <a:pt x="62" y="93"/>
                      <a:pt x="62" y="93"/>
                      <a:pt x="62" y="93"/>
                    </a:cubicBezTo>
                    <a:cubicBezTo>
                      <a:pt x="62" y="95"/>
                      <a:pt x="61" y="97"/>
                      <a:pt x="60" y="99"/>
                    </a:cubicBezTo>
                    <a:cubicBezTo>
                      <a:pt x="62" y="102"/>
                      <a:pt x="62" y="102"/>
                      <a:pt x="62" y="102"/>
                    </a:cubicBezTo>
                    <a:cubicBezTo>
                      <a:pt x="57" y="107"/>
                      <a:pt x="57" y="107"/>
                      <a:pt x="57" y="107"/>
                    </a:cubicBezTo>
                    <a:cubicBezTo>
                      <a:pt x="54" y="105"/>
                      <a:pt x="54" y="105"/>
                      <a:pt x="54" y="105"/>
                    </a:cubicBezTo>
                    <a:cubicBezTo>
                      <a:pt x="52" y="106"/>
                      <a:pt x="50" y="107"/>
                      <a:pt x="48" y="107"/>
                    </a:cubicBezTo>
                    <a:cubicBezTo>
                      <a:pt x="48" y="110"/>
                      <a:pt x="48" y="110"/>
                      <a:pt x="48" y="110"/>
                    </a:cubicBezTo>
                    <a:cubicBezTo>
                      <a:pt x="40" y="110"/>
                      <a:pt x="40" y="110"/>
                      <a:pt x="40" y="110"/>
                    </a:cubicBezTo>
                    <a:cubicBezTo>
                      <a:pt x="40" y="107"/>
                      <a:pt x="40" y="107"/>
                      <a:pt x="40" y="107"/>
                    </a:cubicBezTo>
                    <a:cubicBezTo>
                      <a:pt x="38" y="107"/>
                      <a:pt x="36" y="106"/>
                      <a:pt x="34" y="105"/>
                    </a:cubicBezTo>
                    <a:cubicBezTo>
                      <a:pt x="32" y="107"/>
                      <a:pt x="32" y="107"/>
                      <a:pt x="32" y="10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7" y="97"/>
                      <a:pt x="26" y="95"/>
                      <a:pt x="26" y="93"/>
                    </a:cubicBezTo>
                    <a:cubicBezTo>
                      <a:pt x="22" y="93"/>
                      <a:pt x="22" y="93"/>
                      <a:pt x="22" y="93"/>
                    </a:cubicBezTo>
                    <a:cubicBezTo>
                      <a:pt x="22" y="85"/>
                      <a:pt x="22" y="85"/>
                      <a:pt x="22" y="85"/>
                    </a:cubicBezTo>
                    <a:cubicBezTo>
                      <a:pt x="26" y="85"/>
                      <a:pt x="26" y="85"/>
                      <a:pt x="26" y="85"/>
                    </a:cubicBezTo>
                    <a:cubicBezTo>
                      <a:pt x="26" y="83"/>
                      <a:pt x="27" y="81"/>
                      <a:pt x="28" y="79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6" y="72"/>
                      <a:pt x="38" y="71"/>
                      <a:pt x="40" y="7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71"/>
                      <a:pt x="48" y="71"/>
                      <a:pt x="48" y="71"/>
                    </a:cubicBezTo>
                    <a:cubicBezTo>
                      <a:pt x="50" y="71"/>
                      <a:pt x="52" y="72"/>
                      <a:pt x="54" y="73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63" y="76"/>
                      <a:pt x="63" y="76"/>
                      <a:pt x="63" y="76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61" y="81"/>
                      <a:pt x="62" y="83"/>
                      <a:pt x="63" y="85"/>
                    </a:cubicBezTo>
                    <a:cubicBezTo>
                      <a:pt x="66" y="85"/>
                      <a:pt x="66" y="85"/>
                      <a:pt x="66" y="85"/>
                    </a:cubicBezTo>
                    <a:lnTo>
                      <a:pt x="66" y="93"/>
                    </a:lnTo>
                    <a:close/>
                    <a:moveTo>
                      <a:pt x="136" y="77"/>
                    </a:moveTo>
                    <a:cubicBezTo>
                      <a:pt x="130" y="77"/>
                      <a:pt x="130" y="77"/>
                      <a:pt x="130" y="77"/>
                    </a:cubicBezTo>
                    <a:cubicBezTo>
                      <a:pt x="129" y="80"/>
                      <a:pt x="128" y="84"/>
                      <a:pt x="126" y="87"/>
                    </a:cubicBezTo>
                    <a:cubicBezTo>
                      <a:pt x="130" y="91"/>
                      <a:pt x="130" y="91"/>
                      <a:pt x="130" y="91"/>
                    </a:cubicBezTo>
                    <a:cubicBezTo>
                      <a:pt x="121" y="100"/>
                      <a:pt x="121" y="100"/>
                      <a:pt x="121" y="100"/>
                    </a:cubicBezTo>
                    <a:cubicBezTo>
                      <a:pt x="117" y="96"/>
                      <a:pt x="117" y="96"/>
                      <a:pt x="117" y="96"/>
                    </a:cubicBezTo>
                    <a:cubicBezTo>
                      <a:pt x="114" y="98"/>
                      <a:pt x="110" y="99"/>
                      <a:pt x="107" y="100"/>
                    </a:cubicBezTo>
                    <a:cubicBezTo>
                      <a:pt x="107" y="105"/>
                      <a:pt x="107" y="105"/>
                      <a:pt x="107" y="105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4" y="100"/>
                      <a:pt x="94" y="100"/>
                      <a:pt x="94" y="100"/>
                    </a:cubicBezTo>
                    <a:cubicBezTo>
                      <a:pt x="90" y="100"/>
                      <a:pt x="86" y="98"/>
                      <a:pt x="83" y="96"/>
                    </a:cubicBezTo>
                    <a:cubicBezTo>
                      <a:pt x="79" y="100"/>
                      <a:pt x="79" y="100"/>
                      <a:pt x="79" y="100"/>
                    </a:cubicBezTo>
                    <a:cubicBezTo>
                      <a:pt x="70" y="91"/>
                      <a:pt x="70" y="91"/>
                      <a:pt x="70" y="91"/>
                    </a:cubicBezTo>
                    <a:cubicBezTo>
                      <a:pt x="74" y="87"/>
                      <a:pt x="74" y="87"/>
                      <a:pt x="74" y="87"/>
                    </a:cubicBezTo>
                    <a:cubicBezTo>
                      <a:pt x="72" y="84"/>
                      <a:pt x="71" y="81"/>
                      <a:pt x="70" y="77"/>
                    </a:cubicBezTo>
                    <a:cubicBezTo>
                      <a:pt x="64" y="77"/>
                      <a:pt x="64" y="77"/>
                      <a:pt x="64" y="77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0" y="60"/>
                      <a:pt x="72" y="56"/>
                      <a:pt x="74" y="53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9" y="40"/>
                      <a:pt x="79" y="40"/>
                      <a:pt x="79" y="40"/>
                    </a:cubicBezTo>
                    <a:cubicBezTo>
                      <a:pt x="83" y="44"/>
                      <a:pt x="83" y="44"/>
                      <a:pt x="83" y="44"/>
                    </a:cubicBezTo>
                    <a:cubicBezTo>
                      <a:pt x="86" y="42"/>
                      <a:pt x="90" y="41"/>
                      <a:pt x="94" y="40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40"/>
                      <a:pt x="107" y="40"/>
                      <a:pt x="107" y="40"/>
                    </a:cubicBezTo>
                    <a:cubicBezTo>
                      <a:pt x="110" y="41"/>
                      <a:pt x="114" y="42"/>
                      <a:pt x="117" y="44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30" y="49"/>
                      <a:pt x="130" y="49"/>
                      <a:pt x="130" y="49"/>
                    </a:cubicBezTo>
                    <a:cubicBezTo>
                      <a:pt x="126" y="53"/>
                      <a:pt x="126" y="53"/>
                      <a:pt x="126" y="53"/>
                    </a:cubicBezTo>
                    <a:cubicBezTo>
                      <a:pt x="128" y="57"/>
                      <a:pt x="130" y="60"/>
                      <a:pt x="130" y="64"/>
                    </a:cubicBezTo>
                    <a:cubicBezTo>
                      <a:pt x="136" y="64"/>
                      <a:pt x="136" y="64"/>
                      <a:pt x="136" y="64"/>
                    </a:cubicBezTo>
                    <a:lnTo>
                      <a:pt x="136" y="77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16">
              <a:extLst>
                <a:ext uri="{FF2B5EF4-FFF2-40B4-BE49-F238E27FC236}">
                  <a16:creationId xmlns:a16="http://schemas.microsoft.com/office/drawing/2014/main" id="{0E2C6688-05F3-5394-C642-BF72E6F30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650" y="4264025"/>
              <a:ext cx="476250" cy="471488"/>
              <a:chOff x="0" y="0"/>
              <a:chExt cx="453105" cy="448433"/>
            </a:xfrm>
          </p:grpSpPr>
          <p:sp>
            <p:nvSpPr>
              <p:cNvPr id="30" name="Freeform 136">
                <a:extLst>
                  <a:ext uri="{FF2B5EF4-FFF2-40B4-BE49-F238E27FC236}">
                    <a16:creationId xmlns:a16="http://schemas.microsoft.com/office/drawing/2014/main" id="{399D6938-52C2-D492-B3DD-9D167D9F3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1309"/>
                <a:ext cx="453105" cy="197124"/>
              </a:xfrm>
              <a:custGeom>
                <a:avLst/>
                <a:gdLst>
                  <a:gd name="T0" fmla="*/ 227658 w 205"/>
                  <a:gd name="T1" fmla="*/ 42083 h 89"/>
                  <a:gd name="T2" fmla="*/ 103883 w 205"/>
                  <a:gd name="T3" fmla="*/ 0 h 89"/>
                  <a:gd name="T4" fmla="*/ 0 w 205"/>
                  <a:gd name="T5" fmla="*/ 0 h 89"/>
                  <a:gd name="T6" fmla="*/ 0 w 205"/>
                  <a:gd name="T7" fmla="*/ 148397 h 89"/>
                  <a:gd name="T8" fmla="*/ 48626 w 205"/>
                  <a:gd name="T9" fmla="*/ 197124 h 89"/>
                  <a:gd name="T10" fmla="*/ 404479 w 205"/>
                  <a:gd name="T11" fmla="*/ 197124 h 89"/>
                  <a:gd name="T12" fmla="*/ 453105 w 205"/>
                  <a:gd name="T13" fmla="*/ 148397 h 89"/>
                  <a:gd name="T14" fmla="*/ 453105 w 205"/>
                  <a:gd name="T15" fmla="*/ 0 h 89"/>
                  <a:gd name="T16" fmla="*/ 349222 w 205"/>
                  <a:gd name="T17" fmla="*/ 0 h 89"/>
                  <a:gd name="T18" fmla="*/ 227658 w 205"/>
                  <a:gd name="T19" fmla="*/ 42083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5"/>
                  <a:gd name="T31" fmla="*/ 0 h 89"/>
                  <a:gd name="T32" fmla="*/ 205 w 205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137">
                <a:extLst>
                  <a:ext uri="{FF2B5EF4-FFF2-40B4-BE49-F238E27FC236}">
                    <a16:creationId xmlns:a16="http://schemas.microsoft.com/office/drawing/2014/main" id="{3897A59A-D1A7-0F7B-6B00-89BDCEC9D8F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53105" cy="260652"/>
              </a:xfrm>
              <a:custGeom>
                <a:avLst/>
                <a:gdLst>
                  <a:gd name="T0" fmla="*/ 404479 w 205"/>
                  <a:gd name="T1" fmla="*/ 92774 h 118"/>
                  <a:gd name="T2" fmla="*/ 397848 w 205"/>
                  <a:gd name="T3" fmla="*/ 92774 h 118"/>
                  <a:gd name="T4" fmla="*/ 340381 w 205"/>
                  <a:gd name="T5" fmla="*/ 92774 h 118"/>
                  <a:gd name="T6" fmla="*/ 340381 w 205"/>
                  <a:gd name="T7" fmla="*/ 48596 h 118"/>
                  <a:gd name="T8" fmla="*/ 291755 w 205"/>
                  <a:gd name="T9" fmla="*/ 0 h 118"/>
                  <a:gd name="T10" fmla="*/ 161350 w 205"/>
                  <a:gd name="T11" fmla="*/ 0 h 118"/>
                  <a:gd name="T12" fmla="*/ 112724 w 205"/>
                  <a:gd name="T13" fmla="*/ 48596 h 118"/>
                  <a:gd name="T14" fmla="*/ 112724 w 205"/>
                  <a:gd name="T15" fmla="*/ 92774 h 118"/>
                  <a:gd name="T16" fmla="*/ 55257 w 205"/>
                  <a:gd name="T17" fmla="*/ 92774 h 118"/>
                  <a:gd name="T18" fmla="*/ 48626 w 205"/>
                  <a:gd name="T19" fmla="*/ 92774 h 118"/>
                  <a:gd name="T20" fmla="*/ 0 w 205"/>
                  <a:gd name="T21" fmla="*/ 141371 h 118"/>
                  <a:gd name="T22" fmla="*/ 0 w 205"/>
                  <a:gd name="T23" fmla="*/ 223100 h 118"/>
                  <a:gd name="T24" fmla="*/ 119354 w 205"/>
                  <a:gd name="T25" fmla="*/ 223100 h 118"/>
                  <a:gd name="T26" fmla="*/ 227658 w 205"/>
                  <a:gd name="T27" fmla="*/ 260652 h 118"/>
                  <a:gd name="T28" fmla="*/ 333751 w 205"/>
                  <a:gd name="T29" fmla="*/ 223100 h 118"/>
                  <a:gd name="T30" fmla="*/ 453105 w 205"/>
                  <a:gd name="T31" fmla="*/ 223100 h 118"/>
                  <a:gd name="T32" fmla="*/ 453105 w 205"/>
                  <a:gd name="T33" fmla="*/ 141371 h 118"/>
                  <a:gd name="T34" fmla="*/ 404479 w 205"/>
                  <a:gd name="T35" fmla="*/ 92774 h 118"/>
                  <a:gd name="T36" fmla="*/ 148088 w 205"/>
                  <a:gd name="T37" fmla="*/ 57432 h 118"/>
                  <a:gd name="T38" fmla="*/ 148088 w 205"/>
                  <a:gd name="T39" fmla="*/ 48596 h 118"/>
                  <a:gd name="T40" fmla="*/ 161350 w 205"/>
                  <a:gd name="T41" fmla="*/ 37552 h 118"/>
                  <a:gd name="T42" fmla="*/ 291755 w 205"/>
                  <a:gd name="T43" fmla="*/ 37552 h 118"/>
                  <a:gd name="T44" fmla="*/ 305017 w 205"/>
                  <a:gd name="T45" fmla="*/ 48596 h 118"/>
                  <a:gd name="T46" fmla="*/ 305017 w 205"/>
                  <a:gd name="T47" fmla="*/ 57432 h 118"/>
                  <a:gd name="T48" fmla="*/ 305017 w 205"/>
                  <a:gd name="T49" fmla="*/ 92774 h 118"/>
                  <a:gd name="T50" fmla="*/ 148088 w 205"/>
                  <a:gd name="T51" fmla="*/ 92774 h 118"/>
                  <a:gd name="T52" fmla="*/ 148088 w 205"/>
                  <a:gd name="T53" fmla="*/ 57432 h 118"/>
                  <a:gd name="T54" fmla="*/ 223237 w 205"/>
                  <a:gd name="T55" fmla="*/ 223100 h 118"/>
                  <a:gd name="T56" fmla="*/ 187873 w 205"/>
                  <a:gd name="T57" fmla="*/ 189967 h 118"/>
                  <a:gd name="T58" fmla="*/ 223237 w 205"/>
                  <a:gd name="T59" fmla="*/ 154624 h 118"/>
                  <a:gd name="T60" fmla="*/ 258601 w 205"/>
                  <a:gd name="T61" fmla="*/ 189967 h 118"/>
                  <a:gd name="T62" fmla="*/ 223237 w 205"/>
                  <a:gd name="T63" fmla="*/ 223100 h 11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5"/>
                  <a:gd name="T97" fmla="*/ 0 h 118"/>
                  <a:gd name="T98" fmla="*/ 205 w 205"/>
                  <a:gd name="T99" fmla="*/ 118 h 11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19">
              <a:extLst>
                <a:ext uri="{FF2B5EF4-FFF2-40B4-BE49-F238E27FC236}">
                  <a16:creationId xmlns:a16="http://schemas.microsoft.com/office/drawing/2014/main" id="{97361326-35AA-E061-E3DA-97A767BB1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950" y="2997200"/>
              <a:ext cx="495300" cy="533400"/>
              <a:chOff x="0" y="0"/>
              <a:chExt cx="466184" cy="501686"/>
            </a:xfrm>
          </p:grpSpPr>
          <p:sp>
            <p:nvSpPr>
              <p:cNvPr id="25" name="Freeform 154">
                <a:extLst>
                  <a:ext uri="{FF2B5EF4-FFF2-40B4-BE49-F238E27FC236}">
                    <a16:creationId xmlns:a16="http://schemas.microsoft.com/office/drawing/2014/main" id="{50F72AA2-DCB8-2E40-3EF2-662A3D269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70" y="426012"/>
                <a:ext cx="50449" cy="46712"/>
              </a:xfrm>
              <a:custGeom>
                <a:avLst/>
                <a:gdLst>
                  <a:gd name="T0" fmla="*/ 35095 w 23"/>
                  <a:gd name="T1" fmla="*/ 0 h 21"/>
                  <a:gd name="T2" fmla="*/ 35095 w 23"/>
                  <a:gd name="T3" fmla="*/ 8898 h 21"/>
                  <a:gd name="T4" fmla="*/ 41675 w 23"/>
                  <a:gd name="T5" fmla="*/ 24468 h 21"/>
                  <a:gd name="T6" fmla="*/ 21934 w 23"/>
                  <a:gd name="T7" fmla="*/ 37814 h 21"/>
                  <a:gd name="T8" fmla="*/ 8774 w 23"/>
                  <a:gd name="T9" fmla="*/ 20019 h 21"/>
                  <a:gd name="T10" fmla="*/ 13161 w 23"/>
                  <a:gd name="T11" fmla="*/ 11122 h 21"/>
                  <a:gd name="T12" fmla="*/ 13161 w 23"/>
                  <a:gd name="T13" fmla="*/ 0 h 21"/>
                  <a:gd name="T14" fmla="*/ 0 w 23"/>
                  <a:gd name="T15" fmla="*/ 22244 h 21"/>
                  <a:gd name="T16" fmla="*/ 24128 w 23"/>
                  <a:gd name="T17" fmla="*/ 46712 h 21"/>
                  <a:gd name="T18" fmla="*/ 50449 w 23"/>
                  <a:gd name="T19" fmla="*/ 22244 h 21"/>
                  <a:gd name="T20" fmla="*/ 35095 w 23"/>
                  <a:gd name="T21" fmla="*/ 0 h 2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"/>
                  <a:gd name="T34" fmla="*/ 0 h 21"/>
                  <a:gd name="T35" fmla="*/ 23 w 23"/>
                  <a:gd name="T36" fmla="*/ 21 h 2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" h="21">
                    <a:moveTo>
                      <a:pt x="16" y="0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8" y="5"/>
                      <a:pt x="19" y="8"/>
                      <a:pt x="19" y="11"/>
                    </a:cubicBezTo>
                    <a:cubicBezTo>
                      <a:pt x="18" y="15"/>
                      <a:pt x="15" y="18"/>
                      <a:pt x="10" y="17"/>
                    </a:cubicBezTo>
                    <a:cubicBezTo>
                      <a:pt x="6" y="17"/>
                      <a:pt x="3" y="13"/>
                      <a:pt x="4" y="9"/>
                    </a:cubicBezTo>
                    <a:cubicBezTo>
                      <a:pt x="4" y="7"/>
                      <a:pt x="5" y="6"/>
                      <a:pt x="6" y="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2"/>
                      <a:pt x="0" y="6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18" y="21"/>
                      <a:pt x="23" y="16"/>
                      <a:pt x="23" y="10"/>
                    </a:cubicBezTo>
                    <a:cubicBezTo>
                      <a:pt x="23" y="5"/>
                      <a:pt x="20" y="1"/>
                      <a:pt x="16" y="0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Rectangle 155">
                <a:extLst>
                  <a:ext uri="{FF2B5EF4-FFF2-40B4-BE49-F238E27FC236}">
                    <a16:creationId xmlns:a16="http://schemas.microsoft.com/office/drawing/2014/main" id="{DC3CB27C-8C23-F5DD-B18D-97E926B35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89" y="419472"/>
                <a:ext cx="9342" cy="32698"/>
              </a:xfrm>
              <a:prstGeom prst="rect">
                <a:avLst/>
              </a:pr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B1C9111B-D5F8-4CB5-5677-0AE941FFEE2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9238" y="81278"/>
                <a:ext cx="260652" cy="260652"/>
              </a:xfrm>
              <a:custGeom>
                <a:avLst/>
                <a:gdLst>
                  <a:gd name="T0" fmla="*/ 53014 w 118"/>
                  <a:gd name="T1" fmla="*/ 41969 h 118"/>
                  <a:gd name="T2" fmla="*/ 41969 w 118"/>
                  <a:gd name="T3" fmla="*/ 207638 h 118"/>
                  <a:gd name="T4" fmla="*/ 207638 w 118"/>
                  <a:gd name="T5" fmla="*/ 218683 h 118"/>
                  <a:gd name="T6" fmla="*/ 218683 w 118"/>
                  <a:gd name="T7" fmla="*/ 53014 h 118"/>
                  <a:gd name="T8" fmla="*/ 53014 w 118"/>
                  <a:gd name="T9" fmla="*/ 41969 h 118"/>
                  <a:gd name="T10" fmla="*/ 141371 w 118"/>
                  <a:gd name="T11" fmla="*/ 185549 h 118"/>
                  <a:gd name="T12" fmla="*/ 141371 w 118"/>
                  <a:gd name="T13" fmla="*/ 205429 h 118"/>
                  <a:gd name="T14" fmla="*/ 123699 w 118"/>
                  <a:gd name="T15" fmla="*/ 205429 h 118"/>
                  <a:gd name="T16" fmla="*/ 123699 w 118"/>
                  <a:gd name="T17" fmla="*/ 187758 h 118"/>
                  <a:gd name="T18" fmla="*/ 90566 w 118"/>
                  <a:gd name="T19" fmla="*/ 178922 h 118"/>
                  <a:gd name="T20" fmla="*/ 94983 w 118"/>
                  <a:gd name="T21" fmla="*/ 156833 h 118"/>
                  <a:gd name="T22" fmla="*/ 128117 w 118"/>
                  <a:gd name="T23" fmla="*/ 165669 h 118"/>
                  <a:gd name="T24" fmla="*/ 145788 w 118"/>
                  <a:gd name="T25" fmla="*/ 154624 h 118"/>
                  <a:gd name="T26" fmla="*/ 125908 w 118"/>
                  <a:gd name="T27" fmla="*/ 136953 h 118"/>
                  <a:gd name="T28" fmla="*/ 90566 w 118"/>
                  <a:gd name="T29" fmla="*/ 101610 h 118"/>
                  <a:gd name="T30" fmla="*/ 123699 w 118"/>
                  <a:gd name="T31" fmla="*/ 68476 h 118"/>
                  <a:gd name="T32" fmla="*/ 123699 w 118"/>
                  <a:gd name="T33" fmla="*/ 50805 h 118"/>
                  <a:gd name="T34" fmla="*/ 141371 w 118"/>
                  <a:gd name="T35" fmla="*/ 50805 h 118"/>
                  <a:gd name="T36" fmla="*/ 141371 w 118"/>
                  <a:gd name="T37" fmla="*/ 66267 h 118"/>
                  <a:gd name="T38" fmla="*/ 170086 w 118"/>
                  <a:gd name="T39" fmla="*/ 72894 h 118"/>
                  <a:gd name="T40" fmla="*/ 163460 w 118"/>
                  <a:gd name="T41" fmla="*/ 94983 h 118"/>
                  <a:gd name="T42" fmla="*/ 136953 w 118"/>
                  <a:gd name="T43" fmla="*/ 88357 h 118"/>
                  <a:gd name="T44" fmla="*/ 121490 w 118"/>
                  <a:gd name="T45" fmla="*/ 99401 h 118"/>
                  <a:gd name="T46" fmla="*/ 143579 w 118"/>
                  <a:gd name="T47" fmla="*/ 114864 h 118"/>
                  <a:gd name="T48" fmla="*/ 174504 w 118"/>
                  <a:gd name="T49" fmla="*/ 152415 h 118"/>
                  <a:gd name="T50" fmla="*/ 141371 w 118"/>
                  <a:gd name="T51" fmla="*/ 185549 h 11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8"/>
                  <a:gd name="T79" fmla="*/ 0 h 118"/>
                  <a:gd name="T80" fmla="*/ 118 w 118"/>
                  <a:gd name="T81" fmla="*/ 118 h 11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8" h="118">
                    <a:moveTo>
                      <a:pt x="24" y="19"/>
                    </a:moveTo>
                    <a:cubicBezTo>
                      <a:pt x="2" y="39"/>
                      <a:pt x="0" y="72"/>
                      <a:pt x="19" y="94"/>
                    </a:cubicBezTo>
                    <a:cubicBezTo>
                      <a:pt x="38" y="116"/>
                      <a:pt x="72" y="118"/>
                      <a:pt x="94" y="99"/>
                    </a:cubicBezTo>
                    <a:cubicBezTo>
                      <a:pt x="115" y="79"/>
                      <a:pt x="118" y="46"/>
                      <a:pt x="99" y="24"/>
                    </a:cubicBezTo>
                    <a:cubicBezTo>
                      <a:pt x="79" y="2"/>
                      <a:pt x="46" y="0"/>
                      <a:pt x="24" y="19"/>
                    </a:cubicBezTo>
                    <a:close/>
                    <a:moveTo>
                      <a:pt x="64" y="84"/>
                    </a:moveTo>
                    <a:cubicBezTo>
                      <a:pt x="64" y="93"/>
                      <a:pt x="64" y="93"/>
                      <a:pt x="64" y="93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56" y="85"/>
                      <a:pt x="56" y="85"/>
                      <a:pt x="56" y="85"/>
                    </a:cubicBezTo>
                    <a:cubicBezTo>
                      <a:pt x="50" y="85"/>
                      <a:pt x="44" y="83"/>
                      <a:pt x="41" y="8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7" y="73"/>
                      <a:pt x="52" y="75"/>
                      <a:pt x="58" y="75"/>
                    </a:cubicBezTo>
                    <a:cubicBezTo>
                      <a:pt x="63" y="75"/>
                      <a:pt x="66" y="73"/>
                      <a:pt x="66" y="70"/>
                    </a:cubicBezTo>
                    <a:cubicBezTo>
                      <a:pt x="66" y="66"/>
                      <a:pt x="63" y="64"/>
                      <a:pt x="57" y="62"/>
                    </a:cubicBezTo>
                    <a:cubicBezTo>
                      <a:pt x="48" y="59"/>
                      <a:pt x="41" y="55"/>
                      <a:pt x="41" y="46"/>
                    </a:cubicBezTo>
                    <a:cubicBezTo>
                      <a:pt x="41" y="39"/>
                      <a:pt x="47" y="33"/>
                      <a:pt x="56" y="31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70" y="30"/>
                      <a:pt x="74" y="32"/>
                      <a:pt x="77" y="33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72" y="42"/>
                      <a:pt x="68" y="40"/>
                      <a:pt x="62" y="40"/>
                    </a:cubicBezTo>
                    <a:cubicBezTo>
                      <a:pt x="56" y="40"/>
                      <a:pt x="55" y="42"/>
                      <a:pt x="55" y="45"/>
                    </a:cubicBezTo>
                    <a:cubicBezTo>
                      <a:pt x="55" y="48"/>
                      <a:pt x="58" y="50"/>
                      <a:pt x="65" y="52"/>
                    </a:cubicBezTo>
                    <a:cubicBezTo>
                      <a:pt x="75" y="56"/>
                      <a:pt x="79" y="61"/>
                      <a:pt x="79" y="69"/>
                    </a:cubicBezTo>
                    <a:cubicBezTo>
                      <a:pt x="79" y="76"/>
                      <a:pt x="74" y="83"/>
                      <a:pt x="64" y="84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157">
                <a:extLst>
                  <a:ext uri="{FF2B5EF4-FFF2-40B4-BE49-F238E27FC236}">
                    <a16:creationId xmlns:a16="http://schemas.microsoft.com/office/drawing/2014/main" id="{8F2085FC-E749-447C-B1A7-61F118553D76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338194" cy="501686"/>
              </a:xfrm>
              <a:custGeom>
                <a:avLst/>
                <a:gdLst>
                  <a:gd name="T0" fmla="*/ 305038 w 153"/>
                  <a:gd name="T1" fmla="*/ 391182 h 227"/>
                  <a:gd name="T2" fmla="*/ 35367 w 153"/>
                  <a:gd name="T3" fmla="*/ 391182 h 227"/>
                  <a:gd name="T4" fmla="*/ 35367 w 153"/>
                  <a:gd name="T5" fmla="*/ 35361 h 227"/>
                  <a:gd name="T6" fmla="*/ 305038 w 153"/>
                  <a:gd name="T7" fmla="*/ 35361 h 227"/>
                  <a:gd name="T8" fmla="*/ 305038 w 153"/>
                  <a:gd name="T9" fmla="*/ 227637 h 227"/>
                  <a:gd name="T10" fmla="*/ 307248 w 153"/>
                  <a:gd name="T11" fmla="*/ 225427 h 227"/>
                  <a:gd name="T12" fmla="*/ 338194 w 153"/>
                  <a:gd name="T13" fmla="*/ 207747 h 227"/>
                  <a:gd name="T14" fmla="*/ 338194 w 153"/>
                  <a:gd name="T15" fmla="*/ 28731 h 227"/>
                  <a:gd name="T16" fmla="*/ 311669 w 153"/>
                  <a:gd name="T17" fmla="*/ 0 h 227"/>
                  <a:gd name="T18" fmla="*/ 26525 w 153"/>
                  <a:gd name="T19" fmla="*/ 0 h 227"/>
                  <a:gd name="T20" fmla="*/ 0 w 153"/>
                  <a:gd name="T21" fmla="*/ 28731 h 227"/>
                  <a:gd name="T22" fmla="*/ 0 w 153"/>
                  <a:gd name="T23" fmla="*/ 475165 h 227"/>
                  <a:gd name="T24" fmla="*/ 26525 w 153"/>
                  <a:gd name="T25" fmla="*/ 501686 h 227"/>
                  <a:gd name="T26" fmla="*/ 311669 w 153"/>
                  <a:gd name="T27" fmla="*/ 501686 h 227"/>
                  <a:gd name="T28" fmla="*/ 338194 w 153"/>
                  <a:gd name="T29" fmla="*/ 475165 h 227"/>
                  <a:gd name="T30" fmla="*/ 338194 w 153"/>
                  <a:gd name="T31" fmla="*/ 388972 h 227"/>
                  <a:gd name="T32" fmla="*/ 305038 w 153"/>
                  <a:gd name="T33" fmla="*/ 366872 h 227"/>
                  <a:gd name="T34" fmla="*/ 305038 w 153"/>
                  <a:gd name="T35" fmla="*/ 391182 h 227"/>
                  <a:gd name="T36" fmla="*/ 165781 w 153"/>
                  <a:gd name="T37" fmla="*/ 488426 h 227"/>
                  <a:gd name="T38" fmla="*/ 123783 w 153"/>
                  <a:gd name="T39" fmla="*/ 444224 h 227"/>
                  <a:gd name="T40" fmla="*/ 165781 w 153"/>
                  <a:gd name="T41" fmla="*/ 402233 h 227"/>
                  <a:gd name="T42" fmla="*/ 209990 w 153"/>
                  <a:gd name="T43" fmla="*/ 444224 h 227"/>
                  <a:gd name="T44" fmla="*/ 165781 w 153"/>
                  <a:gd name="T45" fmla="*/ 488426 h 22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53"/>
                  <a:gd name="T70" fmla="*/ 0 h 227"/>
                  <a:gd name="T71" fmla="*/ 153 w 153"/>
                  <a:gd name="T72" fmla="*/ 227 h 22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53" h="227">
                    <a:moveTo>
                      <a:pt x="138" y="177"/>
                    </a:moveTo>
                    <a:cubicBezTo>
                      <a:pt x="16" y="177"/>
                      <a:pt x="16" y="177"/>
                      <a:pt x="16" y="17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03"/>
                      <a:pt x="138" y="103"/>
                      <a:pt x="138" y="103"/>
                    </a:cubicBezTo>
                    <a:cubicBezTo>
                      <a:pt x="138" y="103"/>
                      <a:pt x="139" y="102"/>
                      <a:pt x="139" y="102"/>
                    </a:cubicBezTo>
                    <a:cubicBezTo>
                      <a:pt x="144" y="98"/>
                      <a:pt x="148" y="95"/>
                      <a:pt x="153" y="94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3" y="6"/>
                      <a:pt x="148" y="0"/>
                      <a:pt x="141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6" y="227"/>
                      <a:pt x="12" y="227"/>
                    </a:cubicBezTo>
                    <a:cubicBezTo>
                      <a:pt x="141" y="227"/>
                      <a:pt x="141" y="227"/>
                      <a:pt x="141" y="227"/>
                    </a:cubicBezTo>
                    <a:cubicBezTo>
                      <a:pt x="148" y="227"/>
                      <a:pt x="153" y="222"/>
                      <a:pt x="153" y="215"/>
                    </a:cubicBezTo>
                    <a:cubicBezTo>
                      <a:pt x="153" y="176"/>
                      <a:pt x="153" y="176"/>
                      <a:pt x="153" y="176"/>
                    </a:cubicBezTo>
                    <a:cubicBezTo>
                      <a:pt x="148" y="174"/>
                      <a:pt x="142" y="170"/>
                      <a:pt x="138" y="166"/>
                    </a:cubicBezTo>
                    <a:lnTo>
                      <a:pt x="138" y="177"/>
                    </a:lnTo>
                    <a:close/>
                    <a:moveTo>
                      <a:pt x="75" y="221"/>
                    </a:moveTo>
                    <a:cubicBezTo>
                      <a:pt x="65" y="221"/>
                      <a:pt x="56" y="212"/>
                      <a:pt x="56" y="201"/>
                    </a:cubicBezTo>
                    <a:cubicBezTo>
                      <a:pt x="56" y="191"/>
                      <a:pt x="65" y="182"/>
                      <a:pt x="75" y="182"/>
                    </a:cubicBezTo>
                    <a:cubicBezTo>
                      <a:pt x="86" y="182"/>
                      <a:pt x="95" y="191"/>
                      <a:pt x="95" y="201"/>
                    </a:cubicBezTo>
                    <a:cubicBezTo>
                      <a:pt x="95" y="212"/>
                      <a:pt x="86" y="221"/>
                      <a:pt x="75" y="221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58">
                <a:extLst>
                  <a:ext uri="{FF2B5EF4-FFF2-40B4-BE49-F238E27FC236}">
                    <a16:creationId xmlns:a16="http://schemas.microsoft.com/office/drawing/2014/main" id="{5D6C0BA2-407A-8457-CD5A-DD1412BC98ED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275600" y="202729"/>
                <a:ext cx="190584" cy="190584"/>
              </a:xfrm>
              <a:custGeom>
                <a:avLst/>
                <a:gdLst>
                  <a:gd name="T0" fmla="*/ 159559 w 86"/>
                  <a:gd name="T1" fmla="*/ 37674 h 86"/>
                  <a:gd name="T2" fmla="*/ 39890 w 86"/>
                  <a:gd name="T3" fmla="*/ 31025 h 86"/>
                  <a:gd name="T4" fmla="*/ 31025 w 86"/>
                  <a:gd name="T5" fmla="*/ 150694 h 86"/>
                  <a:gd name="T6" fmla="*/ 152910 w 86"/>
                  <a:gd name="T7" fmla="*/ 159559 h 86"/>
                  <a:gd name="T8" fmla="*/ 159559 w 86"/>
                  <a:gd name="T9" fmla="*/ 37674 h 86"/>
                  <a:gd name="T10" fmla="*/ 101940 w 86"/>
                  <a:gd name="T11" fmla="*/ 139614 h 86"/>
                  <a:gd name="T12" fmla="*/ 101940 w 86"/>
                  <a:gd name="T13" fmla="*/ 155127 h 86"/>
                  <a:gd name="T14" fmla="*/ 88644 w 86"/>
                  <a:gd name="T15" fmla="*/ 155127 h 86"/>
                  <a:gd name="T16" fmla="*/ 88644 w 86"/>
                  <a:gd name="T17" fmla="*/ 141830 h 86"/>
                  <a:gd name="T18" fmla="*/ 62051 w 86"/>
                  <a:gd name="T19" fmla="*/ 135182 h 86"/>
                  <a:gd name="T20" fmla="*/ 66483 w 86"/>
                  <a:gd name="T21" fmla="*/ 117453 h 86"/>
                  <a:gd name="T22" fmla="*/ 90860 w 86"/>
                  <a:gd name="T23" fmla="*/ 124101 h 86"/>
                  <a:gd name="T24" fmla="*/ 106372 w 86"/>
                  <a:gd name="T25" fmla="*/ 115237 h 86"/>
                  <a:gd name="T26" fmla="*/ 90860 w 86"/>
                  <a:gd name="T27" fmla="*/ 101940 h 86"/>
                  <a:gd name="T28" fmla="*/ 64267 w 86"/>
                  <a:gd name="T29" fmla="*/ 75347 h 86"/>
                  <a:gd name="T30" fmla="*/ 88644 w 86"/>
                  <a:gd name="T31" fmla="*/ 48754 h 86"/>
                  <a:gd name="T32" fmla="*/ 88644 w 86"/>
                  <a:gd name="T33" fmla="*/ 33241 h 86"/>
                  <a:gd name="T34" fmla="*/ 104156 w 86"/>
                  <a:gd name="T35" fmla="*/ 33241 h 86"/>
                  <a:gd name="T36" fmla="*/ 104156 w 86"/>
                  <a:gd name="T37" fmla="*/ 46538 h 86"/>
                  <a:gd name="T38" fmla="*/ 124101 w 86"/>
                  <a:gd name="T39" fmla="*/ 50970 h 86"/>
                  <a:gd name="T40" fmla="*/ 119669 w 86"/>
                  <a:gd name="T41" fmla="*/ 68699 h 86"/>
                  <a:gd name="T42" fmla="*/ 99724 w 86"/>
                  <a:gd name="T43" fmla="*/ 64267 h 86"/>
                  <a:gd name="T44" fmla="*/ 86428 w 86"/>
                  <a:gd name="T45" fmla="*/ 70915 h 86"/>
                  <a:gd name="T46" fmla="*/ 104156 w 86"/>
                  <a:gd name="T47" fmla="*/ 84212 h 86"/>
                  <a:gd name="T48" fmla="*/ 128533 w 86"/>
                  <a:gd name="T49" fmla="*/ 113021 h 86"/>
                  <a:gd name="T50" fmla="*/ 101940 w 86"/>
                  <a:gd name="T51" fmla="*/ 139614 h 8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6"/>
                  <a:gd name="T79" fmla="*/ 0 h 86"/>
                  <a:gd name="T80" fmla="*/ 86 w 86"/>
                  <a:gd name="T81" fmla="*/ 86 h 8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6" h="86">
                    <a:moveTo>
                      <a:pt x="72" y="17"/>
                    </a:moveTo>
                    <a:cubicBezTo>
                      <a:pt x="58" y="1"/>
                      <a:pt x="34" y="0"/>
                      <a:pt x="18" y="14"/>
                    </a:cubicBezTo>
                    <a:cubicBezTo>
                      <a:pt x="2" y="28"/>
                      <a:pt x="0" y="52"/>
                      <a:pt x="14" y="68"/>
                    </a:cubicBezTo>
                    <a:cubicBezTo>
                      <a:pt x="28" y="84"/>
                      <a:pt x="53" y="86"/>
                      <a:pt x="69" y="72"/>
                    </a:cubicBezTo>
                    <a:cubicBezTo>
                      <a:pt x="85" y="58"/>
                      <a:pt x="86" y="33"/>
                      <a:pt x="72" y="17"/>
                    </a:cubicBezTo>
                    <a:close/>
                    <a:moveTo>
                      <a:pt x="46" y="63"/>
                    </a:moveTo>
                    <a:cubicBezTo>
                      <a:pt x="46" y="70"/>
                      <a:pt x="46" y="70"/>
                      <a:pt x="46" y="70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5" y="64"/>
                      <a:pt x="31" y="62"/>
                      <a:pt x="28" y="61"/>
                    </a:cubicBezTo>
                    <a:cubicBezTo>
                      <a:pt x="30" y="53"/>
                      <a:pt x="30" y="53"/>
                      <a:pt x="30" y="53"/>
                    </a:cubicBezTo>
                    <a:cubicBezTo>
                      <a:pt x="33" y="55"/>
                      <a:pt x="37" y="56"/>
                      <a:pt x="41" y="56"/>
                    </a:cubicBezTo>
                    <a:cubicBezTo>
                      <a:pt x="45" y="56"/>
                      <a:pt x="48" y="54"/>
                      <a:pt x="48" y="52"/>
                    </a:cubicBezTo>
                    <a:cubicBezTo>
                      <a:pt x="48" y="49"/>
                      <a:pt x="46" y="48"/>
                      <a:pt x="41" y="46"/>
                    </a:cubicBezTo>
                    <a:cubicBezTo>
                      <a:pt x="34" y="44"/>
                      <a:pt x="29" y="40"/>
                      <a:pt x="29" y="34"/>
                    </a:cubicBezTo>
                    <a:cubicBezTo>
                      <a:pt x="29" y="28"/>
                      <a:pt x="33" y="23"/>
                      <a:pt x="40" y="22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51" y="21"/>
                      <a:pt x="54" y="22"/>
                      <a:pt x="56" y="2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3" y="30"/>
                      <a:pt x="50" y="29"/>
                      <a:pt x="45" y="29"/>
                    </a:cubicBezTo>
                    <a:cubicBezTo>
                      <a:pt x="40" y="29"/>
                      <a:pt x="39" y="31"/>
                      <a:pt x="39" y="32"/>
                    </a:cubicBezTo>
                    <a:cubicBezTo>
                      <a:pt x="39" y="35"/>
                      <a:pt x="41" y="36"/>
                      <a:pt x="47" y="38"/>
                    </a:cubicBezTo>
                    <a:cubicBezTo>
                      <a:pt x="55" y="41"/>
                      <a:pt x="58" y="45"/>
                      <a:pt x="58" y="51"/>
                    </a:cubicBezTo>
                    <a:cubicBezTo>
                      <a:pt x="58" y="57"/>
                      <a:pt x="54" y="62"/>
                      <a:pt x="46" y="63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25">
              <a:extLst>
                <a:ext uri="{FF2B5EF4-FFF2-40B4-BE49-F238E27FC236}">
                  <a16:creationId xmlns:a16="http://schemas.microsoft.com/office/drawing/2014/main" id="{8BE6638C-5C30-E44A-A3A0-1DA61541B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3200" y="4222750"/>
              <a:ext cx="444500" cy="568325"/>
              <a:chOff x="0" y="0"/>
              <a:chExt cx="563562" cy="720725"/>
            </a:xfrm>
          </p:grpSpPr>
          <p:sp>
            <p:nvSpPr>
              <p:cNvPr id="22" name="Freeform 32">
                <a:extLst>
                  <a:ext uri="{FF2B5EF4-FFF2-40B4-BE49-F238E27FC236}">
                    <a16:creationId xmlns:a16="http://schemas.microsoft.com/office/drawing/2014/main" id="{3DB51926-8F3B-C20C-0200-E152025FB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550" y="0"/>
                <a:ext cx="142875" cy="720725"/>
              </a:xfrm>
              <a:custGeom>
                <a:avLst/>
                <a:gdLst>
                  <a:gd name="T0" fmla="*/ 142875 w 64"/>
                  <a:gd name="T1" fmla="*/ 648877 h 321"/>
                  <a:gd name="T2" fmla="*/ 71438 w 64"/>
                  <a:gd name="T3" fmla="*/ 720725 h 321"/>
                  <a:gd name="T4" fmla="*/ 0 w 64"/>
                  <a:gd name="T5" fmla="*/ 648877 h 321"/>
                  <a:gd name="T6" fmla="*/ 0 w 64"/>
                  <a:gd name="T7" fmla="*/ 71848 h 321"/>
                  <a:gd name="T8" fmla="*/ 71438 w 64"/>
                  <a:gd name="T9" fmla="*/ 0 h 321"/>
                  <a:gd name="T10" fmla="*/ 142875 w 64"/>
                  <a:gd name="T11" fmla="*/ 71848 h 321"/>
                  <a:gd name="T12" fmla="*/ 142875 w 64"/>
                  <a:gd name="T13" fmla="*/ 648877 h 3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321"/>
                  <a:gd name="T23" fmla="*/ 64 w 64"/>
                  <a:gd name="T24" fmla="*/ 321 h 3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321">
                    <a:moveTo>
                      <a:pt x="64" y="289"/>
                    </a:moveTo>
                    <a:cubicBezTo>
                      <a:pt x="64" y="307"/>
                      <a:pt x="49" y="321"/>
                      <a:pt x="32" y="321"/>
                    </a:cubicBezTo>
                    <a:cubicBezTo>
                      <a:pt x="14" y="321"/>
                      <a:pt x="0" y="307"/>
                      <a:pt x="0" y="28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289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33">
                <a:extLst>
                  <a:ext uri="{FF2B5EF4-FFF2-40B4-BE49-F238E27FC236}">
                    <a16:creationId xmlns:a16="http://schemas.microsoft.com/office/drawing/2014/main" id="{B219ADFA-34F0-BEE0-B18E-CE0ADF94B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39737"/>
                <a:ext cx="141288" cy="280988"/>
              </a:xfrm>
              <a:custGeom>
                <a:avLst/>
                <a:gdLst>
                  <a:gd name="T0" fmla="*/ 141288 w 63"/>
                  <a:gd name="T1" fmla="*/ 209055 h 125"/>
                  <a:gd name="T2" fmla="*/ 71765 w 63"/>
                  <a:gd name="T3" fmla="*/ 280988 h 125"/>
                  <a:gd name="T4" fmla="*/ 0 w 63"/>
                  <a:gd name="T5" fmla="*/ 209055 h 125"/>
                  <a:gd name="T6" fmla="*/ 0 w 63"/>
                  <a:gd name="T7" fmla="*/ 71933 h 125"/>
                  <a:gd name="T8" fmla="*/ 71765 w 63"/>
                  <a:gd name="T9" fmla="*/ 0 h 125"/>
                  <a:gd name="T10" fmla="*/ 141288 w 63"/>
                  <a:gd name="T11" fmla="*/ 71933 h 125"/>
                  <a:gd name="T12" fmla="*/ 141288 w 63"/>
                  <a:gd name="T13" fmla="*/ 209055 h 1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"/>
                  <a:gd name="T22" fmla="*/ 0 h 125"/>
                  <a:gd name="T23" fmla="*/ 63 w 63"/>
                  <a:gd name="T24" fmla="*/ 125 h 1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" h="125">
                    <a:moveTo>
                      <a:pt x="63" y="93"/>
                    </a:moveTo>
                    <a:cubicBezTo>
                      <a:pt x="63" y="111"/>
                      <a:pt x="49" y="125"/>
                      <a:pt x="32" y="125"/>
                    </a:cubicBezTo>
                    <a:cubicBezTo>
                      <a:pt x="14" y="125"/>
                      <a:pt x="0" y="111"/>
                      <a:pt x="0" y="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2"/>
                    </a:cubicBezTo>
                    <a:lnTo>
                      <a:pt x="63" y="93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26D39197-DF90-35AB-AD44-6235579F9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" y="231775"/>
                <a:ext cx="142875" cy="488950"/>
              </a:xfrm>
              <a:custGeom>
                <a:avLst/>
                <a:gdLst>
                  <a:gd name="T0" fmla="*/ 142875 w 64"/>
                  <a:gd name="T1" fmla="*/ 417178 h 218"/>
                  <a:gd name="T2" fmla="*/ 71438 w 64"/>
                  <a:gd name="T3" fmla="*/ 488950 h 218"/>
                  <a:gd name="T4" fmla="*/ 0 w 64"/>
                  <a:gd name="T5" fmla="*/ 417178 h 218"/>
                  <a:gd name="T6" fmla="*/ 0 w 64"/>
                  <a:gd name="T7" fmla="*/ 71772 h 218"/>
                  <a:gd name="T8" fmla="*/ 71438 w 64"/>
                  <a:gd name="T9" fmla="*/ 0 h 218"/>
                  <a:gd name="T10" fmla="*/ 142875 w 64"/>
                  <a:gd name="T11" fmla="*/ 71772 h 218"/>
                  <a:gd name="T12" fmla="*/ 142875 w 64"/>
                  <a:gd name="T13" fmla="*/ 417178 h 2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218"/>
                  <a:gd name="T23" fmla="*/ 64 w 64"/>
                  <a:gd name="T24" fmla="*/ 218 h 2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218">
                    <a:moveTo>
                      <a:pt x="64" y="186"/>
                    </a:moveTo>
                    <a:cubicBezTo>
                      <a:pt x="64" y="204"/>
                      <a:pt x="49" y="218"/>
                      <a:pt x="32" y="218"/>
                    </a:cubicBezTo>
                    <a:cubicBezTo>
                      <a:pt x="14" y="218"/>
                      <a:pt x="0" y="204"/>
                      <a:pt x="0" y="18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186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9" name="任意多边形 29">
              <a:extLst>
                <a:ext uri="{FF2B5EF4-FFF2-40B4-BE49-F238E27FC236}">
                  <a16:creationId xmlns:a16="http://schemas.microsoft.com/office/drawing/2014/main" id="{9D82899C-E45B-4140-11FA-701AC1E48E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93188" flipH="1">
              <a:off x="5022850" y="1617663"/>
              <a:ext cx="388937" cy="1627188"/>
            </a:xfrm>
            <a:custGeom>
              <a:avLst/>
              <a:gdLst>
                <a:gd name="T0" fmla="*/ 0 w 389043"/>
                <a:gd name="T1" fmla="*/ 1241250 h 1627020"/>
                <a:gd name="T2" fmla="*/ 385793 w 389043"/>
                <a:gd name="T3" fmla="*/ 1627188 h 1627020"/>
                <a:gd name="T4" fmla="*/ 387803 w 389043"/>
                <a:gd name="T5" fmla="*/ 1627188 h 1627020"/>
                <a:gd name="T6" fmla="*/ 387803 w 389043"/>
                <a:gd name="T7" fmla="*/ 387950 h 1627020"/>
                <a:gd name="T8" fmla="*/ 388937 w 389043"/>
                <a:gd name="T9" fmla="*/ 387950 h 1627020"/>
                <a:gd name="T10" fmla="*/ 9682 w 389043"/>
                <a:gd name="T11" fmla="*/ 0 h 1627020"/>
                <a:gd name="T12" fmla="*/ 0 w 389043"/>
                <a:gd name="T13" fmla="*/ 0 h 16270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9043"/>
                <a:gd name="T22" fmla="*/ 0 h 1627020"/>
                <a:gd name="T23" fmla="*/ 389043 w 389043"/>
                <a:gd name="T24" fmla="*/ 1627020 h 16270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9043" h="1627020">
                  <a:moveTo>
                    <a:pt x="0" y="1241122"/>
                  </a:moveTo>
                  <a:lnTo>
                    <a:pt x="385898" y="1627020"/>
                  </a:lnTo>
                  <a:lnTo>
                    <a:pt x="387909" y="1627020"/>
                  </a:lnTo>
                  <a:lnTo>
                    <a:pt x="387909" y="387910"/>
                  </a:lnTo>
                  <a:lnTo>
                    <a:pt x="389043" y="387910"/>
                  </a:lnTo>
                  <a:lnTo>
                    <a:pt x="9685" y="0"/>
                  </a:lnTo>
                  <a:lnTo>
                    <a:pt x="0" y="0"/>
                  </a:lnTo>
                  <a:lnTo>
                    <a:pt x="0" y="1241122"/>
                  </a:lnTo>
                  <a:close/>
                </a:path>
              </a:pathLst>
            </a:custGeom>
            <a:solidFill>
              <a:srgbClr val="FCFCFC">
                <a:alpha val="3411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" name="组合 30">
              <a:extLst>
                <a:ext uri="{FF2B5EF4-FFF2-40B4-BE49-F238E27FC236}">
                  <a16:creationId xmlns:a16="http://schemas.microsoft.com/office/drawing/2014/main" id="{A8044135-04C6-7E55-FDC4-621CE245080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127750" y="2232025"/>
              <a:ext cx="1627188" cy="1617663"/>
              <a:chOff x="0" y="0"/>
              <a:chExt cx="1627020" cy="1617746"/>
            </a:xfrm>
          </p:grpSpPr>
          <p:sp>
            <p:nvSpPr>
              <p:cNvPr id="19" name="任意多边形 31">
                <a:extLst>
                  <a:ext uri="{FF2B5EF4-FFF2-40B4-BE49-F238E27FC236}">
                    <a16:creationId xmlns:a16="http://schemas.microsoft.com/office/drawing/2014/main" id="{32C321E9-DBEA-B197-0DBB-7545962C3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矩形 32">
                <a:extLst>
                  <a:ext uri="{FF2B5EF4-FFF2-40B4-BE49-F238E27FC236}">
                    <a16:creationId xmlns:a16="http://schemas.microsoft.com/office/drawing/2014/main" id="{1510EE0C-9F68-BC46-02B4-627FFB894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 33">
                <a:extLst>
                  <a:ext uri="{FF2B5EF4-FFF2-40B4-BE49-F238E27FC236}">
                    <a16:creationId xmlns:a16="http://schemas.microsoft.com/office/drawing/2014/main" id="{B8024CED-0476-04A8-D76D-DB36CC3A8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34">
              <a:extLst>
                <a:ext uri="{FF2B5EF4-FFF2-40B4-BE49-F238E27FC236}">
                  <a16:creationId xmlns:a16="http://schemas.microsoft.com/office/drawing/2014/main" id="{E139C0A7-D16D-31F1-0317-02FE3D93CB73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6127750" y="3967163"/>
              <a:ext cx="1627188" cy="1617662"/>
              <a:chOff x="0" y="0"/>
              <a:chExt cx="1627020" cy="1617746"/>
            </a:xfrm>
          </p:grpSpPr>
          <p:sp>
            <p:nvSpPr>
              <p:cNvPr id="16" name="任意多边形 35">
                <a:extLst>
                  <a:ext uri="{FF2B5EF4-FFF2-40B4-BE49-F238E27FC236}">
                    <a16:creationId xmlns:a16="http://schemas.microsoft.com/office/drawing/2014/main" id="{E1BE67A3-947F-A9A9-1A21-D87275884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矩形 36">
                <a:extLst>
                  <a:ext uri="{FF2B5EF4-FFF2-40B4-BE49-F238E27FC236}">
                    <a16:creationId xmlns:a16="http://schemas.microsoft.com/office/drawing/2014/main" id="{C45539A4-D033-CFDC-E94D-196A2B146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任意多边形 37">
                <a:extLst>
                  <a:ext uri="{FF2B5EF4-FFF2-40B4-BE49-F238E27FC236}">
                    <a16:creationId xmlns:a16="http://schemas.microsoft.com/office/drawing/2014/main" id="{54A00477-4361-47BE-1AA8-C41B9DC7E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38">
              <a:extLst>
                <a:ext uri="{FF2B5EF4-FFF2-40B4-BE49-F238E27FC236}">
                  <a16:creationId xmlns:a16="http://schemas.microsoft.com/office/drawing/2014/main" id="{BC4F7AF5-3D11-6E46-1CD9-2D8A41B6158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403725" y="3962400"/>
              <a:ext cx="1627188" cy="1619250"/>
              <a:chOff x="0" y="0"/>
              <a:chExt cx="1627020" cy="1617746"/>
            </a:xfrm>
          </p:grpSpPr>
          <p:sp>
            <p:nvSpPr>
              <p:cNvPr id="13" name="任意多边形 39">
                <a:extLst>
                  <a:ext uri="{FF2B5EF4-FFF2-40B4-BE49-F238E27FC236}">
                    <a16:creationId xmlns:a16="http://schemas.microsoft.com/office/drawing/2014/main" id="{A3ED19E9-7EC8-871D-7F54-83C5C248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矩形 40">
                <a:extLst>
                  <a:ext uri="{FF2B5EF4-FFF2-40B4-BE49-F238E27FC236}">
                    <a16:creationId xmlns:a16="http://schemas.microsoft.com/office/drawing/2014/main" id="{6519CB35-001B-4CCF-CCA4-30E720A8BB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任意多边形 41">
                <a:extLst>
                  <a:ext uri="{FF2B5EF4-FFF2-40B4-BE49-F238E27FC236}">
                    <a16:creationId xmlns:a16="http://schemas.microsoft.com/office/drawing/2014/main" id="{C2D2CB06-D7E7-E2A4-B2EB-B395A133D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9" name="标题 1">
            <a:extLst>
              <a:ext uri="{FF2B5EF4-FFF2-40B4-BE49-F238E27FC236}">
                <a16:creationId xmlns:a16="http://schemas.microsoft.com/office/drawing/2014/main" id="{5A75F434-60E2-3D37-C674-6C6B1BC1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70" y="211875"/>
            <a:ext cx="474333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50" name="文本占位符 89">
            <a:extLst>
              <a:ext uri="{FF2B5EF4-FFF2-40B4-BE49-F238E27FC236}">
                <a16:creationId xmlns:a16="http://schemas.microsoft.com/office/drawing/2014/main" id="{65290F00-5BE3-10C4-372E-6BFBA448B4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984" y="166393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1" name="文本占位符 89">
            <a:extLst>
              <a:ext uri="{FF2B5EF4-FFF2-40B4-BE49-F238E27FC236}">
                <a16:creationId xmlns:a16="http://schemas.microsoft.com/office/drawing/2014/main" id="{1D857800-5524-8DE6-45B5-C59D14DD4B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0236" y="1663938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2" name="文本占位符 89">
            <a:extLst>
              <a:ext uri="{FF2B5EF4-FFF2-40B4-BE49-F238E27FC236}">
                <a16:creationId xmlns:a16="http://schemas.microsoft.com/office/drawing/2014/main" id="{C2B5913B-9F8E-513D-B0B0-DF85CFE70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2984" y="4110673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3" name="文本占位符 89">
            <a:extLst>
              <a:ext uri="{FF2B5EF4-FFF2-40B4-BE49-F238E27FC236}">
                <a16:creationId xmlns:a16="http://schemas.microsoft.com/office/drawing/2014/main" id="{AD1860D1-EA31-F6C5-DDA4-58F1CADF72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70236" y="4168405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4" name="内容 2">
            <a:extLst>
              <a:ext uri="{FF2B5EF4-FFF2-40B4-BE49-F238E27FC236}">
                <a16:creationId xmlns:a16="http://schemas.microsoft.com/office/drawing/2014/main" id="{4B9A85CA-E37B-12A7-9E2F-0A3B7C498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9227" y="227876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5" name="内容 2">
            <a:extLst>
              <a:ext uri="{FF2B5EF4-FFF2-40B4-BE49-F238E27FC236}">
                <a16:creationId xmlns:a16="http://schemas.microsoft.com/office/drawing/2014/main" id="{C7E4DC77-0D46-4346-77D8-AAD885773C2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976684" y="2241804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6" name="内容 2">
            <a:extLst>
              <a:ext uri="{FF2B5EF4-FFF2-40B4-BE49-F238E27FC236}">
                <a16:creationId xmlns:a16="http://schemas.microsoft.com/office/drawing/2014/main" id="{1E03D757-399E-8E24-E272-70B950149B0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997493" y="4777379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7" name="内容 2">
            <a:extLst>
              <a:ext uri="{FF2B5EF4-FFF2-40B4-BE49-F238E27FC236}">
                <a16:creationId xmlns:a16="http://schemas.microsoft.com/office/drawing/2014/main" id="{4F4F4052-CAAF-B16B-73E2-16FE910FA55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09120" y="4720672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860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六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B1A9B13-0547-6AFB-9676-A923338F0E7C}"/>
              </a:ext>
            </a:extLst>
          </p:cNvPr>
          <p:cNvGrpSpPr/>
          <p:nvPr userDrawn="1"/>
        </p:nvGrpSpPr>
        <p:grpSpPr>
          <a:xfrm>
            <a:off x="4406900" y="2401888"/>
            <a:ext cx="3429000" cy="3179762"/>
            <a:chOff x="4406900" y="2401888"/>
            <a:chExt cx="3429000" cy="3179762"/>
          </a:xfrm>
        </p:grpSpPr>
        <p:sp>
          <p:nvSpPr>
            <p:cNvPr id="3" name="任意多边形 16">
              <a:extLst>
                <a:ext uri="{FF2B5EF4-FFF2-40B4-BE49-F238E27FC236}">
                  <a16:creationId xmlns:a16="http://schemas.microsoft.com/office/drawing/2014/main" id="{1F29B3B5-1A2F-4679-5426-9A67D3EC73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96417">
              <a:off x="5012532" y="2251869"/>
              <a:ext cx="1143000" cy="1443037"/>
            </a:xfrm>
            <a:custGeom>
              <a:avLst/>
              <a:gdLst>
                <a:gd name="T0" fmla="*/ 85965 w 1997680"/>
                <a:gd name="T1" fmla="*/ 471208 h 2524712"/>
                <a:gd name="T2" fmla="*/ 531923 w 1997680"/>
                <a:gd name="T3" fmla="*/ 0 h 2524712"/>
                <a:gd name="T4" fmla="*/ 732573 w 1997680"/>
                <a:gd name="T5" fmla="*/ 189500 h 2524712"/>
                <a:gd name="T6" fmla="*/ 947302 w 1997680"/>
                <a:gd name="T7" fmla="*/ 392298 h 2524712"/>
                <a:gd name="T8" fmla="*/ 1143000 w 1997680"/>
                <a:gd name="T9" fmla="*/ 577122 h 2524712"/>
                <a:gd name="T10" fmla="*/ 966969 w 1997680"/>
                <a:gd name="T11" fmla="*/ 763120 h 2524712"/>
                <a:gd name="T12" fmla="*/ 967995 w 1997680"/>
                <a:gd name="T13" fmla="*/ 764089 h 2524712"/>
                <a:gd name="T14" fmla="*/ 953499 w 1997680"/>
                <a:gd name="T15" fmla="*/ 782868 h 2524712"/>
                <a:gd name="T16" fmla="*/ 933465 w 1997680"/>
                <a:gd name="T17" fmla="*/ 934834 h 2524712"/>
                <a:gd name="T18" fmla="*/ 934391 w 1997680"/>
                <a:gd name="T19" fmla="*/ 937169 h 2524712"/>
                <a:gd name="T20" fmla="*/ 933999 w 1997680"/>
                <a:gd name="T21" fmla="*/ 937289 h 2524712"/>
                <a:gd name="T22" fmla="*/ 1013097 w 1997680"/>
                <a:gd name="T23" fmla="*/ 1196770 h 2524712"/>
                <a:gd name="T24" fmla="*/ 203517 w 1997680"/>
                <a:gd name="T25" fmla="*/ 1443037 h 2524712"/>
                <a:gd name="T26" fmla="*/ 17510 w 1997680"/>
                <a:gd name="T27" fmla="*/ 832834 h 2524712"/>
                <a:gd name="T28" fmla="*/ 18324 w 1997680"/>
                <a:gd name="T29" fmla="*/ 832586 h 2524712"/>
                <a:gd name="T30" fmla="*/ 16402 w 1997680"/>
                <a:gd name="T31" fmla="*/ 827736 h 2524712"/>
                <a:gd name="T32" fmla="*/ 57997 w 1997680"/>
                <a:gd name="T33" fmla="*/ 512210 h 2524712"/>
                <a:gd name="T34" fmla="*/ 88095 w 1997680"/>
                <a:gd name="T35" fmla="*/ 473220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97680"/>
                <a:gd name="T55" fmla="*/ 0 h 2524712"/>
                <a:gd name="T56" fmla="*/ 1997680 w 1997680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97680" h="2524712">
                  <a:moveTo>
                    <a:pt x="150246" y="824418"/>
                  </a:moveTo>
                  <a:lnTo>
                    <a:pt x="929670" y="0"/>
                  </a:lnTo>
                  <a:lnTo>
                    <a:pt x="1280355" y="331546"/>
                  </a:lnTo>
                  <a:lnTo>
                    <a:pt x="1655649" y="686358"/>
                  </a:lnTo>
                  <a:lnTo>
                    <a:pt x="1997680" y="1009723"/>
                  </a:lnTo>
                  <a:lnTo>
                    <a:pt x="1690021" y="1335142"/>
                  </a:lnTo>
                  <a:lnTo>
                    <a:pt x="1691814" y="1336837"/>
                  </a:lnTo>
                  <a:lnTo>
                    <a:pt x="1666479" y="1369692"/>
                  </a:lnTo>
                  <a:cubicBezTo>
                    <a:pt x="1616466" y="1450265"/>
                    <a:pt x="1605036" y="1547518"/>
                    <a:pt x="1631465" y="1635569"/>
                  </a:cubicBezTo>
                  <a:lnTo>
                    <a:pt x="1633083" y="1639655"/>
                  </a:lnTo>
                  <a:lnTo>
                    <a:pt x="1632398" y="1639864"/>
                  </a:lnTo>
                  <a:lnTo>
                    <a:pt x="1770641" y="2093848"/>
                  </a:lnTo>
                  <a:lnTo>
                    <a:pt x="355698" y="2524712"/>
                  </a:lnTo>
                  <a:lnTo>
                    <a:pt x="30604" y="1457111"/>
                  </a:lnTo>
                  <a:lnTo>
                    <a:pt x="32026" y="1456678"/>
                  </a:lnTo>
                  <a:lnTo>
                    <a:pt x="28667" y="1448193"/>
                  </a:lnTo>
                  <a:cubicBezTo>
                    <a:pt x="-26207" y="1265374"/>
                    <a:pt x="-2477" y="1063448"/>
                    <a:pt x="101365" y="896153"/>
                  </a:cubicBezTo>
                  <a:lnTo>
                    <a:pt x="153968" y="827937"/>
                  </a:lnTo>
                  <a:lnTo>
                    <a:pt x="150246" y="824418"/>
                  </a:lnTo>
                  <a:close/>
                </a:path>
              </a:pathLst>
            </a:custGeom>
            <a:solidFill>
              <a:srgbClr val="FEFEFE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任意多边形 17">
              <a:extLst>
                <a:ext uri="{FF2B5EF4-FFF2-40B4-BE49-F238E27FC236}">
                  <a16:creationId xmlns:a16="http://schemas.microsoft.com/office/drawing/2014/main" id="{110A7DAD-6784-AFA8-8D3B-9EDF6B35B3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03583" flipH="1">
              <a:off x="6077744" y="2258219"/>
              <a:ext cx="1133475" cy="1443037"/>
            </a:xfrm>
            <a:custGeom>
              <a:avLst/>
              <a:gdLst>
                <a:gd name="T0" fmla="*/ 531440 w 1982833"/>
                <a:gd name="T1" fmla="*/ 0 h 2524712"/>
                <a:gd name="T2" fmla="*/ 85887 w 1982833"/>
                <a:gd name="T3" fmla="*/ 471208 h 2524712"/>
                <a:gd name="T4" fmla="*/ 88015 w 1982833"/>
                <a:gd name="T5" fmla="*/ 473220 h 2524712"/>
                <a:gd name="T6" fmla="*/ 57945 w 1982833"/>
                <a:gd name="T7" fmla="*/ 512210 h 2524712"/>
                <a:gd name="T8" fmla="*/ 16387 w 1982833"/>
                <a:gd name="T9" fmla="*/ 827736 h 2524712"/>
                <a:gd name="T10" fmla="*/ 18307 w 1982833"/>
                <a:gd name="T11" fmla="*/ 832586 h 2524712"/>
                <a:gd name="T12" fmla="*/ 17495 w 1982833"/>
                <a:gd name="T13" fmla="*/ 832834 h 2524712"/>
                <a:gd name="T14" fmla="*/ 203333 w 1982833"/>
                <a:gd name="T15" fmla="*/ 1443037 h 2524712"/>
                <a:gd name="T16" fmla="*/ 971612 w 1982833"/>
                <a:gd name="T17" fmla="*/ 1209121 h 2524712"/>
                <a:gd name="T18" fmla="*/ 895708 w 1982833"/>
                <a:gd name="T19" fmla="*/ 959889 h 2524712"/>
                <a:gd name="T20" fmla="*/ 896099 w 1982833"/>
                <a:gd name="T21" fmla="*/ 959769 h 2524712"/>
                <a:gd name="T22" fmla="*/ 895174 w 1982833"/>
                <a:gd name="T23" fmla="*/ 957433 h 2524712"/>
                <a:gd name="T24" fmla="*/ 915189 w 1982833"/>
                <a:gd name="T25" fmla="*/ 805468 h 2524712"/>
                <a:gd name="T26" fmla="*/ 929672 w 1982833"/>
                <a:gd name="T27" fmla="*/ 786689 h 2524712"/>
                <a:gd name="T28" fmla="*/ 928647 w 1982833"/>
                <a:gd name="T29" fmla="*/ 785720 h 2524712"/>
                <a:gd name="T30" fmla="*/ 1133475 w 1982833"/>
                <a:gd name="T31" fmla="*/ 569099 h 2524712"/>
                <a:gd name="T32" fmla="*/ 946442 w 1982833"/>
                <a:gd name="T33" fmla="*/ 392298 h 2524712"/>
                <a:gd name="T34" fmla="*/ 731908 w 1982833"/>
                <a:gd name="T35" fmla="*/ 189500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82833"/>
                <a:gd name="T55" fmla="*/ 0 h 2524712"/>
                <a:gd name="T56" fmla="*/ 1982833 w 1982833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82833" h="2524712">
                  <a:moveTo>
                    <a:pt x="929670" y="0"/>
                  </a:moveTo>
                  <a:lnTo>
                    <a:pt x="150246" y="824418"/>
                  </a:lnTo>
                  <a:lnTo>
                    <a:pt x="153968" y="827937"/>
                  </a:lnTo>
                  <a:lnTo>
                    <a:pt x="101365" y="896153"/>
                  </a:lnTo>
                  <a:cubicBezTo>
                    <a:pt x="-2477" y="1063448"/>
                    <a:pt x="-26207" y="1265374"/>
                    <a:pt x="28667" y="1448193"/>
                  </a:cubicBezTo>
                  <a:lnTo>
                    <a:pt x="32026" y="1456678"/>
                  </a:lnTo>
                  <a:lnTo>
                    <a:pt x="30604" y="1457111"/>
                  </a:lnTo>
                  <a:lnTo>
                    <a:pt x="355698" y="2524712"/>
                  </a:lnTo>
                  <a:lnTo>
                    <a:pt x="1699679" y="2115457"/>
                  </a:lnTo>
                  <a:lnTo>
                    <a:pt x="1566897" y="1679404"/>
                  </a:lnTo>
                  <a:lnTo>
                    <a:pt x="1567582" y="1679195"/>
                  </a:lnTo>
                  <a:lnTo>
                    <a:pt x="1565964" y="1675108"/>
                  </a:lnTo>
                  <a:cubicBezTo>
                    <a:pt x="1539535" y="1587058"/>
                    <a:pt x="1550964" y="1489806"/>
                    <a:pt x="1600977" y="1409232"/>
                  </a:cubicBezTo>
                  <a:lnTo>
                    <a:pt x="1626313" y="1376377"/>
                  </a:lnTo>
                  <a:lnTo>
                    <a:pt x="1624520" y="1374682"/>
                  </a:lnTo>
                  <a:lnTo>
                    <a:pt x="1982833" y="995685"/>
                  </a:lnTo>
                  <a:lnTo>
                    <a:pt x="1655649" y="686358"/>
                  </a:lnTo>
                  <a:lnTo>
                    <a:pt x="1280355" y="331546"/>
                  </a:lnTo>
                  <a:lnTo>
                    <a:pt x="929670" y="0"/>
                  </a:lnTo>
                  <a:close/>
                </a:path>
              </a:pathLst>
            </a:cu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E4720723-BA74-977B-A761-CF8CF5FE90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11666" flipH="1" flipV="1">
              <a:off x="6707188" y="3327400"/>
              <a:ext cx="1128712" cy="1443038"/>
            </a:xfrm>
            <a:custGeom>
              <a:avLst/>
              <a:gdLst>
                <a:gd name="T0" fmla="*/ 203331 w 1974521"/>
                <a:gd name="T1" fmla="*/ 1443038 h 2524712"/>
                <a:gd name="T2" fmla="*/ 17494 w 1974521"/>
                <a:gd name="T3" fmla="*/ 832834 h 2524712"/>
                <a:gd name="T4" fmla="*/ 18307 w 1974521"/>
                <a:gd name="T5" fmla="*/ 832587 h 2524712"/>
                <a:gd name="T6" fmla="*/ 16387 w 1974521"/>
                <a:gd name="T7" fmla="*/ 827737 h 2524712"/>
                <a:gd name="T8" fmla="*/ 57944 w 1974521"/>
                <a:gd name="T9" fmla="*/ 512210 h 2524712"/>
                <a:gd name="T10" fmla="*/ 88014 w 1974521"/>
                <a:gd name="T11" fmla="*/ 473220 h 2524712"/>
                <a:gd name="T12" fmla="*/ 85886 w 1974521"/>
                <a:gd name="T13" fmla="*/ 471209 h 2524712"/>
                <a:gd name="T14" fmla="*/ 531435 w 1974521"/>
                <a:gd name="T15" fmla="*/ 0 h 2524712"/>
                <a:gd name="T16" fmla="*/ 731900 w 1974521"/>
                <a:gd name="T17" fmla="*/ 189500 h 2524712"/>
                <a:gd name="T18" fmla="*/ 946433 w 1974521"/>
                <a:gd name="T19" fmla="*/ 392298 h 2524712"/>
                <a:gd name="T20" fmla="*/ 1128712 w 1974521"/>
                <a:gd name="T21" fmla="*/ 564608 h 2524712"/>
                <a:gd name="T22" fmla="*/ 931863 w 1974521"/>
                <a:gd name="T23" fmla="*/ 772794 h 2524712"/>
                <a:gd name="T24" fmla="*/ 932888 w 1974521"/>
                <a:gd name="T25" fmla="*/ 773762 h 2524712"/>
                <a:gd name="T26" fmla="*/ 918405 w 1974521"/>
                <a:gd name="T27" fmla="*/ 792541 h 2524712"/>
                <a:gd name="T28" fmla="*/ 898390 w 1974521"/>
                <a:gd name="T29" fmla="*/ 944507 h 2524712"/>
                <a:gd name="T30" fmla="*/ 899315 w 1974521"/>
                <a:gd name="T31" fmla="*/ 946843 h 2524712"/>
                <a:gd name="T32" fmla="*/ 898923 w 1974521"/>
                <a:gd name="T33" fmla="*/ 946962 h 2524712"/>
                <a:gd name="T34" fmla="*/ 978156 w 1974521"/>
                <a:gd name="T35" fmla="*/ 1207126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74521"/>
                <a:gd name="T55" fmla="*/ 0 h 2524712"/>
                <a:gd name="T56" fmla="*/ 1974521 w 1974521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74521" h="2524712">
                  <a:moveTo>
                    <a:pt x="355698" y="2524712"/>
                  </a:moveTo>
                  <a:lnTo>
                    <a:pt x="30604" y="1457111"/>
                  </a:lnTo>
                  <a:lnTo>
                    <a:pt x="32026" y="1456678"/>
                  </a:lnTo>
                  <a:lnTo>
                    <a:pt x="28667" y="1448193"/>
                  </a:lnTo>
                  <a:cubicBezTo>
                    <a:pt x="-26207" y="1265374"/>
                    <a:pt x="-2477" y="1063448"/>
                    <a:pt x="101365" y="896153"/>
                  </a:cubicBezTo>
                  <a:lnTo>
                    <a:pt x="153968" y="827937"/>
                  </a:lnTo>
                  <a:lnTo>
                    <a:pt x="150246" y="824418"/>
                  </a:lnTo>
                  <a:lnTo>
                    <a:pt x="929670" y="0"/>
                  </a:lnTo>
                  <a:lnTo>
                    <a:pt x="1280355" y="331546"/>
                  </a:lnTo>
                  <a:lnTo>
                    <a:pt x="1655649" y="686358"/>
                  </a:lnTo>
                  <a:lnTo>
                    <a:pt x="1974521" y="987827"/>
                  </a:lnTo>
                  <a:lnTo>
                    <a:pt x="1630161" y="1352065"/>
                  </a:lnTo>
                  <a:lnTo>
                    <a:pt x="1631954" y="1353760"/>
                  </a:lnTo>
                  <a:lnTo>
                    <a:pt x="1606619" y="1386615"/>
                  </a:lnTo>
                  <a:cubicBezTo>
                    <a:pt x="1556606" y="1467188"/>
                    <a:pt x="1545177" y="1564441"/>
                    <a:pt x="1571605" y="1652492"/>
                  </a:cubicBezTo>
                  <a:lnTo>
                    <a:pt x="1573223" y="1656578"/>
                  </a:lnTo>
                  <a:lnTo>
                    <a:pt x="1572538" y="1656786"/>
                  </a:lnTo>
                  <a:lnTo>
                    <a:pt x="1711144" y="2111965"/>
                  </a:lnTo>
                  <a:lnTo>
                    <a:pt x="355698" y="2524712"/>
                  </a:lnTo>
                  <a:close/>
                </a:path>
              </a:pathLst>
            </a:cu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7A57544A-94AD-C52F-C527-2746A2B1D2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1666" flipV="1">
              <a:off x="4406900" y="3328988"/>
              <a:ext cx="1144588" cy="1443037"/>
            </a:xfrm>
            <a:custGeom>
              <a:avLst/>
              <a:gdLst>
                <a:gd name="T0" fmla="*/ 203178 w 2003794"/>
                <a:gd name="T1" fmla="*/ 1443037 h 2524712"/>
                <a:gd name="T2" fmla="*/ 999303 w 2003794"/>
                <a:gd name="T3" fmla="*/ 1200459 h 2524712"/>
                <a:gd name="T4" fmla="*/ 924048 w 2003794"/>
                <a:gd name="T5" fmla="*/ 953173 h 2524712"/>
                <a:gd name="T6" fmla="*/ 924440 w 2003794"/>
                <a:gd name="T7" fmla="*/ 953053 h 2524712"/>
                <a:gd name="T8" fmla="*/ 923515 w 2003794"/>
                <a:gd name="T9" fmla="*/ 950718 h 2524712"/>
                <a:gd name="T10" fmla="*/ 943515 w 2003794"/>
                <a:gd name="T11" fmla="*/ 798752 h 2524712"/>
                <a:gd name="T12" fmla="*/ 957987 w 2003794"/>
                <a:gd name="T13" fmla="*/ 779974 h 2524712"/>
                <a:gd name="T14" fmla="*/ 956963 w 2003794"/>
                <a:gd name="T15" fmla="*/ 779004 h 2524712"/>
                <a:gd name="T16" fmla="*/ 1144588 w 2003794"/>
                <a:gd name="T17" fmla="*/ 580425 h 2524712"/>
                <a:gd name="T18" fmla="*/ 945724 w 2003794"/>
                <a:gd name="T19" fmla="*/ 392298 h 2524712"/>
                <a:gd name="T20" fmla="*/ 731352 w 2003794"/>
                <a:gd name="T21" fmla="*/ 189500 h 2524712"/>
                <a:gd name="T22" fmla="*/ 531037 w 2003794"/>
                <a:gd name="T23" fmla="*/ 0 h 2524712"/>
                <a:gd name="T24" fmla="*/ 85822 w 2003794"/>
                <a:gd name="T25" fmla="*/ 471208 h 2524712"/>
                <a:gd name="T26" fmla="*/ 87948 w 2003794"/>
                <a:gd name="T27" fmla="*/ 473220 h 2524712"/>
                <a:gd name="T28" fmla="*/ 57901 w 2003794"/>
                <a:gd name="T29" fmla="*/ 512210 h 2524712"/>
                <a:gd name="T30" fmla="*/ 16375 w 2003794"/>
                <a:gd name="T31" fmla="*/ 827736 h 2524712"/>
                <a:gd name="T32" fmla="*/ 18294 w 2003794"/>
                <a:gd name="T33" fmla="*/ 832586 h 2524712"/>
                <a:gd name="T34" fmla="*/ 17481 w 2003794"/>
                <a:gd name="T35" fmla="*/ 832834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003794"/>
                <a:gd name="T55" fmla="*/ 0 h 2524712"/>
                <a:gd name="T56" fmla="*/ 2003794 w 2003794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003794" h="2524712">
                  <a:moveTo>
                    <a:pt x="355698" y="2524712"/>
                  </a:moveTo>
                  <a:lnTo>
                    <a:pt x="1749448" y="2100302"/>
                  </a:lnTo>
                  <a:lnTo>
                    <a:pt x="1617702" y="1667654"/>
                  </a:lnTo>
                  <a:lnTo>
                    <a:pt x="1618387" y="1667445"/>
                  </a:lnTo>
                  <a:lnTo>
                    <a:pt x="1616769" y="1663359"/>
                  </a:lnTo>
                  <a:cubicBezTo>
                    <a:pt x="1590341" y="1575308"/>
                    <a:pt x="1601770" y="1478056"/>
                    <a:pt x="1651782" y="1397482"/>
                  </a:cubicBezTo>
                  <a:lnTo>
                    <a:pt x="1677117" y="1364628"/>
                  </a:lnTo>
                  <a:lnTo>
                    <a:pt x="1675325" y="1362932"/>
                  </a:lnTo>
                  <a:lnTo>
                    <a:pt x="2003794" y="1015502"/>
                  </a:lnTo>
                  <a:lnTo>
                    <a:pt x="1655649" y="686358"/>
                  </a:lnTo>
                  <a:lnTo>
                    <a:pt x="1280355" y="331546"/>
                  </a:lnTo>
                  <a:lnTo>
                    <a:pt x="929670" y="0"/>
                  </a:lnTo>
                  <a:lnTo>
                    <a:pt x="150246" y="824418"/>
                  </a:lnTo>
                  <a:lnTo>
                    <a:pt x="153968" y="827937"/>
                  </a:lnTo>
                  <a:lnTo>
                    <a:pt x="101365" y="896153"/>
                  </a:lnTo>
                  <a:cubicBezTo>
                    <a:pt x="-2477" y="1063448"/>
                    <a:pt x="-26207" y="1265374"/>
                    <a:pt x="28667" y="1448193"/>
                  </a:cubicBezTo>
                  <a:lnTo>
                    <a:pt x="32026" y="1456678"/>
                  </a:lnTo>
                  <a:lnTo>
                    <a:pt x="30604" y="1457111"/>
                  </a:lnTo>
                  <a:lnTo>
                    <a:pt x="355698" y="2524712"/>
                  </a:lnTo>
                  <a:close/>
                </a:path>
              </a:pathLst>
            </a:cu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任意多边形 20">
              <a:extLst>
                <a:ext uri="{FF2B5EF4-FFF2-40B4-BE49-F238E27FC236}">
                  <a16:creationId xmlns:a16="http://schemas.microsoft.com/office/drawing/2014/main" id="{7DB16630-ACFC-E9FA-9288-5DE1BC6101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55030" flipV="1">
              <a:off x="5018882" y="4296568"/>
              <a:ext cx="1130300" cy="1439863"/>
            </a:xfrm>
            <a:custGeom>
              <a:avLst/>
              <a:gdLst>
                <a:gd name="T0" fmla="*/ 1007332 w 1424028"/>
                <a:gd name="T1" fmla="*/ 1195122 h 1814500"/>
                <a:gd name="T2" fmla="*/ 923615 w 1424028"/>
                <a:gd name="T3" fmla="*/ 920264 h 1814500"/>
                <a:gd name="T4" fmla="*/ 924006 w 1424028"/>
                <a:gd name="T5" fmla="*/ 920146 h 1814500"/>
                <a:gd name="T6" fmla="*/ 923081 w 1424028"/>
                <a:gd name="T7" fmla="*/ 917809 h 1814500"/>
                <a:gd name="T8" fmla="*/ 943103 w 1424028"/>
                <a:gd name="T9" fmla="*/ 765808 h 1814500"/>
                <a:gd name="T10" fmla="*/ 957591 w 1424028"/>
                <a:gd name="T11" fmla="*/ 747024 h 1814500"/>
                <a:gd name="T12" fmla="*/ 956566 w 1424028"/>
                <a:gd name="T13" fmla="*/ 746055 h 1814500"/>
                <a:gd name="T14" fmla="*/ 1130300 w 1424028"/>
                <a:gd name="T15" fmla="*/ 562339 h 1814500"/>
                <a:gd name="T16" fmla="*/ 946776 w 1424028"/>
                <a:gd name="T17" fmla="*/ 388876 h 1814500"/>
                <a:gd name="T18" fmla="*/ 780439 w 1424028"/>
                <a:gd name="T19" fmla="*/ 231657 h 1814500"/>
                <a:gd name="T20" fmla="*/ 528306 w 1424028"/>
                <a:gd name="T21" fmla="*/ 0 h 1814500"/>
                <a:gd name="T22" fmla="*/ 85918 w 1424028"/>
                <a:gd name="T23" fmla="*/ 467806 h 1814500"/>
                <a:gd name="T24" fmla="*/ 88046 w 1424028"/>
                <a:gd name="T25" fmla="*/ 469817 h 1814500"/>
                <a:gd name="T26" fmla="*/ 57965 w 1424028"/>
                <a:gd name="T27" fmla="*/ 508816 h 1814500"/>
                <a:gd name="T28" fmla="*/ 16393 w 1424028"/>
                <a:gd name="T29" fmla="*/ 824417 h 1814500"/>
                <a:gd name="T30" fmla="*/ 18314 w 1424028"/>
                <a:gd name="T31" fmla="*/ 829268 h 1814500"/>
                <a:gd name="T32" fmla="*/ 17501 w 1424028"/>
                <a:gd name="T33" fmla="*/ 829516 h 1814500"/>
                <a:gd name="T34" fmla="*/ 203405 w 1424028"/>
                <a:gd name="T35" fmla="*/ 1439863 h 18145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24028"/>
                <a:gd name="T55" fmla="*/ 0 h 1814500"/>
                <a:gd name="T56" fmla="*/ 1424028 w 1424028"/>
                <a:gd name="T57" fmla="*/ 1814500 h 18145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24028" h="1814500">
                  <a:moveTo>
                    <a:pt x="1269105" y="1506080"/>
                  </a:moveTo>
                  <a:lnTo>
                    <a:pt x="1163632" y="1159707"/>
                  </a:lnTo>
                  <a:lnTo>
                    <a:pt x="1164125" y="1159558"/>
                  </a:lnTo>
                  <a:lnTo>
                    <a:pt x="1162960" y="1156613"/>
                  </a:lnTo>
                  <a:cubicBezTo>
                    <a:pt x="1143919" y="1093177"/>
                    <a:pt x="1152153" y="1023111"/>
                    <a:pt x="1188185" y="965063"/>
                  </a:cubicBezTo>
                  <a:lnTo>
                    <a:pt x="1206437" y="941392"/>
                  </a:lnTo>
                  <a:lnTo>
                    <a:pt x="1205146" y="940171"/>
                  </a:lnTo>
                  <a:lnTo>
                    <a:pt x="1424028" y="708654"/>
                  </a:lnTo>
                  <a:lnTo>
                    <a:pt x="1192812" y="490058"/>
                  </a:lnTo>
                  <a:lnTo>
                    <a:pt x="983249" y="291932"/>
                  </a:lnTo>
                  <a:lnTo>
                    <a:pt x="665595" y="0"/>
                  </a:lnTo>
                  <a:lnTo>
                    <a:pt x="108245" y="589524"/>
                  </a:lnTo>
                  <a:lnTo>
                    <a:pt x="110926" y="592059"/>
                  </a:lnTo>
                  <a:lnTo>
                    <a:pt x="73028" y="641205"/>
                  </a:lnTo>
                  <a:cubicBezTo>
                    <a:pt x="-1785" y="761733"/>
                    <a:pt x="-18881" y="907210"/>
                    <a:pt x="20653" y="1038922"/>
                  </a:cubicBezTo>
                  <a:lnTo>
                    <a:pt x="23073" y="1045035"/>
                  </a:lnTo>
                  <a:lnTo>
                    <a:pt x="22049" y="1045347"/>
                  </a:lnTo>
                  <a:lnTo>
                    <a:pt x="256263" y="1814500"/>
                  </a:lnTo>
                  <a:lnTo>
                    <a:pt x="1269105" y="1506080"/>
                  </a:lnTo>
                  <a:close/>
                </a:path>
              </a:pathLst>
            </a:cu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任意多边形 21">
              <a:extLst>
                <a:ext uri="{FF2B5EF4-FFF2-40B4-BE49-F238E27FC236}">
                  <a16:creationId xmlns:a16="http://schemas.microsoft.com/office/drawing/2014/main" id="{0734D1B9-A5F3-4BC3-317F-5A0DBE236F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44970" flipH="1" flipV="1">
              <a:off x="6092032" y="4294981"/>
              <a:ext cx="1130300" cy="1443037"/>
            </a:xfrm>
            <a:custGeom>
              <a:avLst/>
              <a:gdLst>
                <a:gd name="T0" fmla="*/ 984607 w 1424033"/>
                <a:gd name="T1" fmla="*/ 1205269 h 1818928"/>
                <a:gd name="T2" fmla="*/ 203404 w 1424033"/>
                <a:gd name="T3" fmla="*/ 1443037 h 1818928"/>
                <a:gd name="T4" fmla="*/ 17501 w 1424033"/>
                <a:gd name="T5" fmla="*/ 832833 h 1818928"/>
                <a:gd name="T6" fmla="*/ 18314 w 1424033"/>
                <a:gd name="T7" fmla="*/ 832587 h 1818928"/>
                <a:gd name="T8" fmla="*/ 16393 w 1424033"/>
                <a:gd name="T9" fmla="*/ 827736 h 1818928"/>
                <a:gd name="T10" fmla="*/ 57965 w 1424033"/>
                <a:gd name="T11" fmla="*/ 512210 h 1818928"/>
                <a:gd name="T12" fmla="*/ 88045 w 1424033"/>
                <a:gd name="T13" fmla="*/ 473220 h 1818928"/>
                <a:gd name="T14" fmla="*/ 85917 w 1424033"/>
                <a:gd name="T15" fmla="*/ 471209 h 1818928"/>
                <a:gd name="T16" fmla="*/ 531626 w 1424033"/>
                <a:gd name="T17" fmla="*/ 0 h 1818928"/>
                <a:gd name="T18" fmla="*/ 732163 w 1424033"/>
                <a:gd name="T19" fmla="*/ 189500 h 1818928"/>
                <a:gd name="T20" fmla="*/ 946773 w 1424033"/>
                <a:gd name="T21" fmla="*/ 392298 h 1818928"/>
                <a:gd name="T22" fmla="*/ 1130300 w 1424033"/>
                <a:gd name="T23" fmla="*/ 565725 h 1818928"/>
                <a:gd name="T24" fmla="*/ 937784 w 1424033"/>
                <a:gd name="T25" fmla="*/ 769255 h 1818928"/>
                <a:gd name="T26" fmla="*/ 938809 w 1424033"/>
                <a:gd name="T27" fmla="*/ 770224 h 1818928"/>
                <a:gd name="T28" fmla="*/ 924322 w 1424033"/>
                <a:gd name="T29" fmla="*/ 789003 h 1818928"/>
                <a:gd name="T30" fmla="*/ 904299 w 1424033"/>
                <a:gd name="T31" fmla="*/ 940969 h 1818928"/>
                <a:gd name="T32" fmla="*/ 905224 w 1424033"/>
                <a:gd name="T33" fmla="*/ 943304 h 1818928"/>
                <a:gd name="T34" fmla="*/ 904833 w 1424033"/>
                <a:gd name="T35" fmla="*/ 943423 h 181892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24033"/>
                <a:gd name="T55" fmla="*/ 0 h 1818928"/>
                <a:gd name="T56" fmla="*/ 1424033 w 1424033"/>
                <a:gd name="T57" fmla="*/ 1818928 h 181892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24033" h="1818928">
                  <a:moveTo>
                    <a:pt x="1240478" y="1519225"/>
                  </a:moveTo>
                  <a:lnTo>
                    <a:pt x="256263" y="1818928"/>
                  </a:lnTo>
                  <a:lnTo>
                    <a:pt x="22049" y="1049775"/>
                  </a:lnTo>
                  <a:lnTo>
                    <a:pt x="23073" y="1049464"/>
                  </a:lnTo>
                  <a:lnTo>
                    <a:pt x="20653" y="1043350"/>
                  </a:lnTo>
                  <a:cubicBezTo>
                    <a:pt x="-18881" y="911639"/>
                    <a:pt x="-1785" y="766161"/>
                    <a:pt x="73029" y="645633"/>
                  </a:cubicBezTo>
                  <a:lnTo>
                    <a:pt x="110926" y="596487"/>
                  </a:lnTo>
                  <a:lnTo>
                    <a:pt x="108245" y="593952"/>
                  </a:lnTo>
                  <a:lnTo>
                    <a:pt x="669780" y="0"/>
                  </a:lnTo>
                  <a:lnTo>
                    <a:pt x="922431" y="238862"/>
                  </a:lnTo>
                  <a:lnTo>
                    <a:pt x="1192812" y="494486"/>
                  </a:lnTo>
                  <a:lnTo>
                    <a:pt x="1424033" y="713088"/>
                  </a:lnTo>
                  <a:lnTo>
                    <a:pt x="1181487" y="969635"/>
                  </a:lnTo>
                  <a:lnTo>
                    <a:pt x="1182779" y="970857"/>
                  </a:lnTo>
                  <a:lnTo>
                    <a:pt x="1164527" y="994527"/>
                  </a:lnTo>
                  <a:cubicBezTo>
                    <a:pt x="1128494" y="1052576"/>
                    <a:pt x="1120260" y="1122642"/>
                    <a:pt x="1139301" y="1186078"/>
                  </a:cubicBezTo>
                  <a:lnTo>
                    <a:pt x="1140466" y="1189021"/>
                  </a:lnTo>
                  <a:lnTo>
                    <a:pt x="1139973" y="1189172"/>
                  </a:lnTo>
                  <a:lnTo>
                    <a:pt x="1240478" y="1519225"/>
                  </a:lnTo>
                  <a:close/>
                </a:path>
              </a:pathLst>
            </a:custGeom>
            <a:solidFill>
              <a:srgbClr val="FEFEFE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" name="组合 69">
              <a:extLst>
                <a:ext uri="{FF2B5EF4-FFF2-40B4-BE49-F238E27FC236}">
                  <a16:creationId xmlns:a16="http://schemas.microsoft.com/office/drawing/2014/main" id="{E70BFCE7-07EE-F3D1-347C-2B105F2AD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0825" y="2720975"/>
              <a:ext cx="395288" cy="381000"/>
              <a:chOff x="0" y="0"/>
              <a:chExt cx="645684" cy="620945"/>
            </a:xfrm>
            <a:solidFill>
              <a:schemeClr val="bg1"/>
            </a:solidFill>
          </p:grpSpPr>
          <p:sp>
            <p:nvSpPr>
              <p:cNvPr id="27" name="Oval 131">
                <a:extLst>
                  <a:ext uri="{FF2B5EF4-FFF2-40B4-BE49-F238E27FC236}">
                    <a16:creationId xmlns:a16="http://schemas.microsoft.com/office/drawing/2014/main" id="{44272967-1A6B-6FC1-413E-FCF62F5D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563" y="0"/>
                <a:ext cx="290558" cy="294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 134">
                <a:extLst>
                  <a:ext uri="{FF2B5EF4-FFF2-40B4-BE49-F238E27FC236}">
                    <a16:creationId xmlns:a16="http://schemas.microsoft.com/office/drawing/2014/main" id="{9A897298-D3F8-CD64-7870-33FAE5117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0170"/>
                <a:ext cx="645684" cy="280775"/>
              </a:xfrm>
              <a:custGeom>
                <a:avLst/>
                <a:gdLst>
                  <a:gd name="T0" fmla="*/ 35 w 200"/>
                  <a:gd name="T1" fmla="*/ 87 h 87"/>
                  <a:gd name="T2" fmla="*/ 35 w 200"/>
                  <a:gd name="T3" fmla="*/ 72 h 87"/>
                  <a:gd name="T4" fmla="*/ 46 w 200"/>
                  <a:gd name="T5" fmla="*/ 72 h 87"/>
                  <a:gd name="T6" fmla="*/ 46 w 200"/>
                  <a:gd name="T7" fmla="*/ 87 h 87"/>
                  <a:gd name="T8" fmla="*/ 155 w 200"/>
                  <a:gd name="T9" fmla="*/ 87 h 87"/>
                  <a:gd name="T10" fmla="*/ 155 w 200"/>
                  <a:gd name="T11" fmla="*/ 72 h 87"/>
                  <a:gd name="T12" fmla="*/ 166 w 200"/>
                  <a:gd name="T13" fmla="*/ 72 h 87"/>
                  <a:gd name="T14" fmla="*/ 166 w 200"/>
                  <a:gd name="T15" fmla="*/ 87 h 87"/>
                  <a:gd name="T16" fmla="*/ 199 w 200"/>
                  <a:gd name="T17" fmla="*/ 87 h 87"/>
                  <a:gd name="T18" fmla="*/ 200 w 200"/>
                  <a:gd name="T19" fmla="*/ 43 h 87"/>
                  <a:gd name="T20" fmla="*/ 156 w 200"/>
                  <a:gd name="T21" fmla="*/ 0 h 87"/>
                  <a:gd name="T22" fmla="*/ 156 w 200"/>
                  <a:gd name="T23" fmla="*/ 0 h 87"/>
                  <a:gd name="T24" fmla="*/ 156 w 200"/>
                  <a:gd name="T25" fmla="*/ 0 h 87"/>
                  <a:gd name="T26" fmla="*/ 140 w 200"/>
                  <a:gd name="T27" fmla="*/ 0 h 87"/>
                  <a:gd name="T28" fmla="*/ 100 w 200"/>
                  <a:gd name="T29" fmla="*/ 80 h 87"/>
                  <a:gd name="T30" fmla="*/ 60 w 200"/>
                  <a:gd name="T31" fmla="*/ 0 h 87"/>
                  <a:gd name="T32" fmla="*/ 45 w 200"/>
                  <a:gd name="T33" fmla="*/ 0 h 87"/>
                  <a:gd name="T34" fmla="*/ 45 w 200"/>
                  <a:gd name="T35" fmla="*/ 0 h 87"/>
                  <a:gd name="T36" fmla="*/ 44 w 200"/>
                  <a:gd name="T37" fmla="*/ 0 h 87"/>
                  <a:gd name="T38" fmla="*/ 1 w 200"/>
                  <a:gd name="T39" fmla="*/ 43 h 87"/>
                  <a:gd name="T40" fmla="*/ 0 w 200"/>
                  <a:gd name="T41" fmla="*/ 87 h 87"/>
                  <a:gd name="T42" fmla="*/ 35 w 200"/>
                  <a:gd name="T43" fmla="*/ 87 h 8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00"/>
                  <a:gd name="T67" fmla="*/ 0 h 87"/>
                  <a:gd name="T68" fmla="*/ 200 w 200"/>
                  <a:gd name="T69" fmla="*/ 87 h 8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00" h="87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72">
              <a:extLst>
                <a:ext uri="{FF2B5EF4-FFF2-40B4-BE49-F238E27FC236}">
                  <a16:creationId xmlns:a16="http://schemas.microsoft.com/office/drawing/2014/main" id="{087A5C9F-D80C-9971-1280-F2549A8E3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7725" y="3832225"/>
              <a:ext cx="533400" cy="404813"/>
              <a:chOff x="0" y="0"/>
              <a:chExt cx="509646" cy="387231"/>
            </a:xfrm>
            <a:solidFill>
              <a:schemeClr val="bg1"/>
            </a:solidFill>
          </p:grpSpPr>
          <p:sp>
            <p:nvSpPr>
              <p:cNvPr id="25" name="Freeform 20">
                <a:extLst>
                  <a:ext uri="{FF2B5EF4-FFF2-40B4-BE49-F238E27FC236}">
                    <a16:creationId xmlns:a16="http://schemas.microsoft.com/office/drawing/2014/main" id="{181AAA34-4021-82AF-AEC7-B9CA67EE5C1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51839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29"/>
                  <a:gd name="T145" fmla="*/ 0 h 227"/>
                  <a:gd name="T146" fmla="*/ 229 w 229"/>
                  <a:gd name="T147" fmla="*/ 227 h 22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 21">
                <a:extLst>
                  <a:ext uri="{FF2B5EF4-FFF2-40B4-BE49-F238E27FC236}">
                    <a16:creationId xmlns:a16="http://schemas.microsoft.com/office/drawing/2014/main" id="{4379DC88-CBDD-AC6A-3060-B482963DE32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09785" y="0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5"/>
                  <a:gd name="T145" fmla="*/ 0 h 135"/>
                  <a:gd name="T146" fmla="*/ 135 w 135"/>
                  <a:gd name="T147" fmla="*/ 135 h 13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75">
              <a:extLst>
                <a:ext uri="{FF2B5EF4-FFF2-40B4-BE49-F238E27FC236}">
                  <a16:creationId xmlns:a16="http://schemas.microsoft.com/office/drawing/2014/main" id="{7B0BF1B8-F369-73E9-9B35-4A4915EBB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5750" y="4833938"/>
              <a:ext cx="301625" cy="387350"/>
              <a:chOff x="0" y="0"/>
              <a:chExt cx="563562" cy="720725"/>
            </a:xfrm>
            <a:solidFill>
              <a:schemeClr val="bg1"/>
            </a:solidFill>
          </p:grpSpPr>
          <p:sp>
            <p:nvSpPr>
              <p:cNvPr id="22" name="Freeform 32">
                <a:extLst>
                  <a:ext uri="{FF2B5EF4-FFF2-40B4-BE49-F238E27FC236}">
                    <a16:creationId xmlns:a16="http://schemas.microsoft.com/office/drawing/2014/main" id="{AEED9366-0BAD-B8E7-5D47-048A4768C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550" y="0"/>
                <a:ext cx="142875" cy="720725"/>
              </a:xfrm>
              <a:custGeom>
                <a:avLst/>
                <a:gdLst>
                  <a:gd name="T0" fmla="*/ 64 w 64"/>
                  <a:gd name="T1" fmla="*/ 289 h 321"/>
                  <a:gd name="T2" fmla="*/ 32 w 64"/>
                  <a:gd name="T3" fmla="*/ 321 h 321"/>
                  <a:gd name="T4" fmla="*/ 0 w 64"/>
                  <a:gd name="T5" fmla="*/ 289 h 321"/>
                  <a:gd name="T6" fmla="*/ 0 w 64"/>
                  <a:gd name="T7" fmla="*/ 32 h 321"/>
                  <a:gd name="T8" fmla="*/ 32 w 64"/>
                  <a:gd name="T9" fmla="*/ 0 h 321"/>
                  <a:gd name="T10" fmla="*/ 64 w 64"/>
                  <a:gd name="T11" fmla="*/ 32 h 321"/>
                  <a:gd name="T12" fmla="*/ 64 w 64"/>
                  <a:gd name="T13" fmla="*/ 289 h 3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321"/>
                  <a:gd name="T23" fmla="*/ 64 w 64"/>
                  <a:gd name="T24" fmla="*/ 321 h 3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321">
                    <a:moveTo>
                      <a:pt x="64" y="289"/>
                    </a:moveTo>
                    <a:cubicBezTo>
                      <a:pt x="64" y="307"/>
                      <a:pt x="49" y="321"/>
                      <a:pt x="32" y="321"/>
                    </a:cubicBezTo>
                    <a:cubicBezTo>
                      <a:pt x="14" y="321"/>
                      <a:pt x="0" y="307"/>
                      <a:pt x="0" y="28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2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33">
                <a:extLst>
                  <a:ext uri="{FF2B5EF4-FFF2-40B4-BE49-F238E27FC236}">
                    <a16:creationId xmlns:a16="http://schemas.microsoft.com/office/drawing/2014/main" id="{B860AC12-4326-5380-5E35-4BADE2E05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39737"/>
                <a:ext cx="141288" cy="280988"/>
              </a:xfrm>
              <a:custGeom>
                <a:avLst/>
                <a:gdLst>
                  <a:gd name="T0" fmla="*/ 63 w 63"/>
                  <a:gd name="T1" fmla="*/ 93 h 125"/>
                  <a:gd name="T2" fmla="*/ 32 w 63"/>
                  <a:gd name="T3" fmla="*/ 125 h 125"/>
                  <a:gd name="T4" fmla="*/ 0 w 63"/>
                  <a:gd name="T5" fmla="*/ 93 h 125"/>
                  <a:gd name="T6" fmla="*/ 0 w 63"/>
                  <a:gd name="T7" fmla="*/ 32 h 125"/>
                  <a:gd name="T8" fmla="*/ 32 w 63"/>
                  <a:gd name="T9" fmla="*/ 0 h 125"/>
                  <a:gd name="T10" fmla="*/ 63 w 63"/>
                  <a:gd name="T11" fmla="*/ 32 h 125"/>
                  <a:gd name="T12" fmla="*/ 63 w 63"/>
                  <a:gd name="T13" fmla="*/ 93 h 1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"/>
                  <a:gd name="T22" fmla="*/ 0 h 125"/>
                  <a:gd name="T23" fmla="*/ 63 w 63"/>
                  <a:gd name="T24" fmla="*/ 125 h 1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" h="125">
                    <a:moveTo>
                      <a:pt x="63" y="93"/>
                    </a:moveTo>
                    <a:cubicBezTo>
                      <a:pt x="63" y="111"/>
                      <a:pt x="49" y="125"/>
                      <a:pt x="32" y="125"/>
                    </a:cubicBezTo>
                    <a:cubicBezTo>
                      <a:pt x="14" y="125"/>
                      <a:pt x="0" y="111"/>
                      <a:pt x="0" y="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2"/>
                    </a:cubicBezTo>
                    <a:lnTo>
                      <a:pt x="63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FF18A6D8-AC95-E679-C3EE-BA7674A3F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" y="231775"/>
                <a:ext cx="142875" cy="488950"/>
              </a:xfrm>
              <a:custGeom>
                <a:avLst/>
                <a:gdLst>
                  <a:gd name="T0" fmla="*/ 64 w 64"/>
                  <a:gd name="T1" fmla="*/ 186 h 218"/>
                  <a:gd name="T2" fmla="*/ 32 w 64"/>
                  <a:gd name="T3" fmla="*/ 218 h 218"/>
                  <a:gd name="T4" fmla="*/ 0 w 64"/>
                  <a:gd name="T5" fmla="*/ 186 h 218"/>
                  <a:gd name="T6" fmla="*/ 0 w 64"/>
                  <a:gd name="T7" fmla="*/ 32 h 218"/>
                  <a:gd name="T8" fmla="*/ 32 w 64"/>
                  <a:gd name="T9" fmla="*/ 0 h 218"/>
                  <a:gd name="T10" fmla="*/ 64 w 64"/>
                  <a:gd name="T11" fmla="*/ 32 h 218"/>
                  <a:gd name="T12" fmla="*/ 64 w 64"/>
                  <a:gd name="T13" fmla="*/ 186 h 2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218"/>
                  <a:gd name="T23" fmla="*/ 64 w 64"/>
                  <a:gd name="T24" fmla="*/ 218 h 2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218">
                    <a:moveTo>
                      <a:pt x="64" y="186"/>
                    </a:moveTo>
                    <a:cubicBezTo>
                      <a:pt x="64" y="204"/>
                      <a:pt x="49" y="218"/>
                      <a:pt x="32" y="218"/>
                    </a:cubicBezTo>
                    <a:cubicBezTo>
                      <a:pt x="14" y="218"/>
                      <a:pt x="0" y="204"/>
                      <a:pt x="0" y="18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1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79">
              <a:extLst>
                <a:ext uri="{FF2B5EF4-FFF2-40B4-BE49-F238E27FC236}">
                  <a16:creationId xmlns:a16="http://schemas.microsoft.com/office/drawing/2014/main" id="{55A100DA-4982-5729-DD61-09068206B2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8125" y="2790825"/>
              <a:ext cx="346075" cy="342900"/>
              <a:chOff x="0" y="0"/>
              <a:chExt cx="453105" cy="448433"/>
            </a:xfrm>
            <a:solidFill>
              <a:schemeClr val="bg1"/>
            </a:solidFill>
          </p:grpSpPr>
          <p:sp>
            <p:nvSpPr>
              <p:cNvPr id="20" name="Freeform 136">
                <a:extLst>
                  <a:ext uri="{FF2B5EF4-FFF2-40B4-BE49-F238E27FC236}">
                    <a16:creationId xmlns:a16="http://schemas.microsoft.com/office/drawing/2014/main" id="{D6515B22-E45B-B9CE-3A3B-844AD3E7A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1309"/>
                <a:ext cx="453105" cy="197124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5"/>
                  <a:gd name="T31" fmla="*/ 0 h 89"/>
                  <a:gd name="T32" fmla="*/ 205 w 205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Freeform 137">
                <a:extLst>
                  <a:ext uri="{FF2B5EF4-FFF2-40B4-BE49-F238E27FC236}">
                    <a16:creationId xmlns:a16="http://schemas.microsoft.com/office/drawing/2014/main" id="{FC1FA1DD-0B39-5587-0E14-031907F1C04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53105" cy="260652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5"/>
                  <a:gd name="T97" fmla="*/ 0 h 118"/>
                  <a:gd name="T98" fmla="*/ 205 w 205"/>
                  <a:gd name="T99" fmla="*/ 118 h 11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82">
              <a:extLst>
                <a:ext uri="{FF2B5EF4-FFF2-40B4-BE49-F238E27FC236}">
                  <a16:creationId xmlns:a16="http://schemas.microsoft.com/office/drawing/2014/main" id="{87DCFFCB-DC28-D563-0EA0-7F3293791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9788" y="3895725"/>
              <a:ext cx="357187" cy="341313"/>
              <a:chOff x="0" y="0"/>
              <a:chExt cx="2438400" cy="2332038"/>
            </a:xfrm>
            <a:solidFill>
              <a:schemeClr val="bg1"/>
            </a:solidFill>
          </p:grpSpPr>
          <p:sp>
            <p:nvSpPr>
              <p:cNvPr id="18" name="Freeform 25">
                <a:extLst>
                  <a:ext uri="{FF2B5EF4-FFF2-40B4-BE49-F238E27FC236}">
                    <a16:creationId xmlns:a16="http://schemas.microsoft.com/office/drawing/2014/main" id="{56F3B430-FAFB-C09E-8524-4EEB1EB02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763" y="1676400"/>
                <a:ext cx="655638" cy="655638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3"/>
                  <a:gd name="T13" fmla="*/ 0 h 413"/>
                  <a:gd name="T14" fmla="*/ 413 w 413"/>
                  <a:gd name="T15" fmla="*/ 413 h 4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3" h="413">
                    <a:moveTo>
                      <a:pt x="206" y="413"/>
                    </a:moveTo>
                    <a:lnTo>
                      <a:pt x="0" y="0"/>
                    </a:lnTo>
                    <a:lnTo>
                      <a:pt x="413" y="0"/>
                    </a:lnTo>
                    <a:lnTo>
                      <a:pt x="206" y="4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任意多边形 84">
                <a:extLst>
                  <a:ext uri="{FF2B5EF4-FFF2-40B4-BE49-F238E27FC236}">
                    <a16:creationId xmlns:a16="http://schemas.microsoft.com/office/drawing/2014/main" id="{ACC0CFE5-61AB-B4CA-61A4-8060E90DA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438400" cy="1774825"/>
              </a:xfrm>
              <a:custGeom>
                <a:avLst/>
                <a:gdLst>
                  <a:gd name="T0" fmla="*/ 290196 w 2438400"/>
                  <a:gd name="T1" fmla="*/ 0 h 1774825"/>
                  <a:gd name="T2" fmla="*/ 2151973 w 2438400"/>
                  <a:gd name="T3" fmla="*/ 0 h 1774825"/>
                  <a:gd name="T4" fmla="*/ 2438400 w 2438400"/>
                  <a:gd name="T5" fmla="*/ 286384 h 1774825"/>
                  <a:gd name="T6" fmla="*/ 2438400 w 2438400"/>
                  <a:gd name="T7" fmla="*/ 1484673 h 1774825"/>
                  <a:gd name="T8" fmla="*/ 2151973 w 2438400"/>
                  <a:gd name="T9" fmla="*/ 1774825 h 1774825"/>
                  <a:gd name="T10" fmla="*/ 290196 w 2438400"/>
                  <a:gd name="T11" fmla="*/ 1774825 h 1774825"/>
                  <a:gd name="T12" fmla="*/ 0 w 2438400"/>
                  <a:gd name="T13" fmla="*/ 1484673 h 1774825"/>
                  <a:gd name="T14" fmla="*/ 0 w 2438400"/>
                  <a:gd name="T15" fmla="*/ 286384 h 1774825"/>
                  <a:gd name="T16" fmla="*/ 290196 w 2438400"/>
                  <a:gd name="T17" fmla="*/ 0 h 1774825"/>
                  <a:gd name="T18" fmla="*/ 471488 w 2438400"/>
                  <a:gd name="T19" fmla="*/ 425450 h 1774825"/>
                  <a:gd name="T20" fmla="*/ 471488 w 2438400"/>
                  <a:gd name="T21" fmla="*/ 598488 h 1774825"/>
                  <a:gd name="T22" fmla="*/ 1971676 w 2438400"/>
                  <a:gd name="T23" fmla="*/ 598488 h 1774825"/>
                  <a:gd name="T24" fmla="*/ 1971676 w 2438400"/>
                  <a:gd name="T25" fmla="*/ 425450 h 1774825"/>
                  <a:gd name="T26" fmla="*/ 471488 w 2438400"/>
                  <a:gd name="T27" fmla="*/ 425450 h 1774825"/>
                  <a:gd name="T28" fmla="*/ 471488 w 2438400"/>
                  <a:gd name="T29" fmla="*/ 801688 h 1774825"/>
                  <a:gd name="T30" fmla="*/ 471488 w 2438400"/>
                  <a:gd name="T31" fmla="*/ 971551 h 1774825"/>
                  <a:gd name="T32" fmla="*/ 1971676 w 2438400"/>
                  <a:gd name="T33" fmla="*/ 971551 h 1774825"/>
                  <a:gd name="T34" fmla="*/ 1971676 w 2438400"/>
                  <a:gd name="T35" fmla="*/ 801688 h 1774825"/>
                  <a:gd name="T36" fmla="*/ 471488 w 2438400"/>
                  <a:gd name="T37" fmla="*/ 801688 h 1774825"/>
                  <a:gd name="T38" fmla="*/ 471488 w 2438400"/>
                  <a:gd name="T39" fmla="*/ 1174750 h 1774825"/>
                  <a:gd name="T40" fmla="*/ 471488 w 2438400"/>
                  <a:gd name="T41" fmla="*/ 1347788 h 1774825"/>
                  <a:gd name="T42" fmla="*/ 1971676 w 2438400"/>
                  <a:gd name="T43" fmla="*/ 1347788 h 1774825"/>
                  <a:gd name="T44" fmla="*/ 1971676 w 2438400"/>
                  <a:gd name="T45" fmla="*/ 1174750 h 1774825"/>
                  <a:gd name="T46" fmla="*/ 471488 w 2438400"/>
                  <a:gd name="T47" fmla="*/ 1174750 h 177482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438400"/>
                  <a:gd name="T73" fmla="*/ 0 h 1774825"/>
                  <a:gd name="T74" fmla="*/ 2438400 w 2438400"/>
                  <a:gd name="T75" fmla="*/ 1774825 h 177482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438400" h="1774825">
                    <a:moveTo>
                      <a:pt x="290196" y="0"/>
                    </a:moveTo>
                    <a:cubicBezTo>
                      <a:pt x="2151973" y="0"/>
                      <a:pt x="2151973" y="0"/>
                      <a:pt x="2151973" y="0"/>
                    </a:cubicBezTo>
                    <a:cubicBezTo>
                      <a:pt x="2310262" y="0"/>
                      <a:pt x="2438400" y="128119"/>
                      <a:pt x="2438400" y="286384"/>
                    </a:cubicBezTo>
                    <a:lnTo>
                      <a:pt x="2438400" y="1484673"/>
                    </a:lnTo>
                    <a:cubicBezTo>
                      <a:pt x="2438400" y="1646706"/>
                      <a:pt x="2310262" y="1774825"/>
                      <a:pt x="2151973" y="1774825"/>
                    </a:cubicBezTo>
                    <a:cubicBezTo>
                      <a:pt x="290196" y="1774825"/>
                      <a:pt x="290196" y="1774825"/>
                      <a:pt x="290196" y="1774825"/>
                    </a:cubicBezTo>
                    <a:cubicBezTo>
                      <a:pt x="131907" y="1774825"/>
                      <a:pt x="0" y="1646706"/>
                      <a:pt x="0" y="1484673"/>
                    </a:cubicBezTo>
                    <a:cubicBezTo>
                      <a:pt x="0" y="286384"/>
                      <a:pt x="0" y="286384"/>
                      <a:pt x="0" y="286384"/>
                    </a:cubicBezTo>
                    <a:cubicBezTo>
                      <a:pt x="0" y="128119"/>
                      <a:pt x="131907" y="0"/>
                      <a:pt x="290196" y="0"/>
                    </a:cubicBezTo>
                    <a:close/>
                    <a:moveTo>
                      <a:pt x="471488" y="425450"/>
                    </a:moveTo>
                    <a:lnTo>
                      <a:pt x="471488" y="598488"/>
                    </a:lnTo>
                    <a:lnTo>
                      <a:pt x="1971676" y="598488"/>
                    </a:lnTo>
                    <a:lnTo>
                      <a:pt x="1971676" y="425450"/>
                    </a:lnTo>
                    <a:lnTo>
                      <a:pt x="471488" y="425450"/>
                    </a:lnTo>
                    <a:close/>
                    <a:moveTo>
                      <a:pt x="471488" y="801688"/>
                    </a:moveTo>
                    <a:lnTo>
                      <a:pt x="471488" y="971551"/>
                    </a:lnTo>
                    <a:lnTo>
                      <a:pt x="1971676" y="971551"/>
                    </a:lnTo>
                    <a:lnTo>
                      <a:pt x="1971676" y="801688"/>
                    </a:lnTo>
                    <a:lnTo>
                      <a:pt x="471488" y="801688"/>
                    </a:lnTo>
                    <a:close/>
                    <a:moveTo>
                      <a:pt x="471488" y="1174750"/>
                    </a:moveTo>
                    <a:lnTo>
                      <a:pt x="471488" y="1347788"/>
                    </a:lnTo>
                    <a:lnTo>
                      <a:pt x="1971676" y="1347788"/>
                    </a:lnTo>
                    <a:lnTo>
                      <a:pt x="1971676" y="1174750"/>
                    </a:lnTo>
                    <a:lnTo>
                      <a:pt x="471488" y="11747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85">
              <a:extLst>
                <a:ext uri="{FF2B5EF4-FFF2-40B4-BE49-F238E27FC236}">
                  <a16:creationId xmlns:a16="http://schemas.microsoft.com/office/drawing/2014/main" id="{58C78EC7-97BF-B8C8-BA26-CEFB79E2D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6375" y="4833938"/>
              <a:ext cx="387350" cy="438150"/>
              <a:chOff x="0" y="0"/>
              <a:chExt cx="406393" cy="459645"/>
            </a:xfrm>
            <a:solidFill>
              <a:schemeClr val="bg1"/>
            </a:solidFill>
          </p:grpSpPr>
          <p:sp>
            <p:nvSpPr>
              <p:cNvPr id="15" name="Freeform 148">
                <a:extLst>
                  <a:ext uri="{FF2B5EF4-FFF2-40B4-BE49-F238E27FC236}">
                    <a16:creationId xmlns:a16="http://schemas.microsoft.com/office/drawing/2014/main" id="{DAC6968A-BA16-5708-F24D-1D28A8BB5EA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55120" y="0"/>
                <a:ext cx="351273" cy="456842"/>
              </a:xfrm>
              <a:custGeom>
                <a:avLst/>
                <a:gdLst>
                  <a:gd name="T0" fmla="*/ 157 w 159"/>
                  <a:gd name="T1" fmla="*/ 185 h 207"/>
                  <a:gd name="T2" fmla="*/ 89 w 159"/>
                  <a:gd name="T3" fmla="*/ 79 h 207"/>
                  <a:gd name="T4" fmla="*/ 92 w 159"/>
                  <a:gd name="T5" fmla="*/ 24 h 207"/>
                  <a:gd name="T6" fmla="*/ 42 w 159"/>
                  <a:gd name="T7" fmla="*/ 4 h 207"/>
                  <a:gd name="T8" fmla="*/ 70 w 159"/>
                  <a:gd name="T9" fmla="*/ 48 h 207"/>
                  <a:gd name="T10" fmla="*/ 37 w 159"/>
                  <a:gd name="T11" fmla="*/ 69 h 207"/>
                  <a:gd name="T12" fmla="*/ 10 w 159"/>
                  <a:gd name="T13" fmla="*/ 27 h 207"/>
                  <a:gd name="T14" fmla="*/ 10 w 159"/>
                  <a:gd name="T15" fmla="*/ 77 h 207"/>
                  <a:gd name="T16" fmla="*/ 62 w 159"/>
                  <a:gd name="T17" fmla="*/ 96 h 207"/>
                  <a:gd name="T18" fmla="*/ 130 w 159"/>
                  <a:gd name="T19" fmla="*/ 202 h 207"/>
                  <a:gd name="T20" fmla="*/ 143 w 159"/>
                  <a:gd name="T21" fmla="*/ 205 h 207"/>
                  <a:gd name="T22" fmla="*/ 154 w 159"/>
                  <a:gd name="T23" fmla="*/ 197 h 207"/>
                  <a:gd name="T24" fmla="*/ 157 w 159"/>
                  <a:gd name="T25" fmla="*/ 185 h 207"/>
                  <a:gd name="T26" fmla="*/ 144 w 159"/>
                  <a:gd name="T27" fmla="*/ 193 h 207"/>
                  <a:gd name="T28" fmla="*/ 134 w 159"/>
                  <a:gd name="T29" fmla="*/ 191 h 207"/>
                  <a:gd name="T30" fmla="*/ 137 w 159"/>
                  <a:gd name="T31" fmla="*/ 182 h 207"/>
                  <a:gd name="T32" fmla="*/ 146 w 159"/>
                  <a:gd name="T33" fmla="*/ 184 h 207"/>
                  <a:gd name="T34" fmla="*/ 144 w 159"/>
                  <a:gd name="T35" fmla="*/ 193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9"/>
                  <a:gd name="T55" fmla="*/ 0 h 207"/>
                  <a:gd name="T56" fmla="*/ 159 w 159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9" h="207">
                    <a:moveTo>
                      <a:pt x="157" y="185"/>
                    </a:moveTo>
                    <a:cubicBezTo>
                      <a:pt x="89" y="79"/>
                      <a:pt x="89" y="79"/>
                      <a:pt x="89" y="79"/>
                    </a:cubicBezTo>
                    <a:cubicBezTo>
                      <a:pt x="101" y="63"/>
                      <a:pt x="103" y="42"/>
                      <a:pt x="92" y="24"/>
                    </a:cubicBezTo>
                    <a:cubicBezTo>
                      <a:pt x="81" y="8"/>
                      <a:pt x="61" y="0"/>
                      <a:pt x="42" y="4"/>
                    </a:cubicBezTo>
                    <a:cubicBezTo>
                      <a:pt x="70" y="48"/>
                      <a:pt x="70" y="48"/>
                      <a:pt x="70" y="48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" y="42"/>
                      <a:pt x="0" y="61"/>
                      <a:pt x="10" y="77"/>
                    </a:cubicBezTo>
                    <a:cubicBezTo>
                      <a:pt x="21" y="95"/>
                      <a:pt x="43" y="102"/>
                      <a:pt x="62" y="96"/>
                    </a:cubicBezTo>
                    <a:cubicBezTo>
                      <a:pt x="130" y="202"/>
                      <a:pt x="130" y="202"/>
                      <a:pt x="130" y="202"/>
                    </a:cubicBezTo>
                    <a:cubicBezTo>
                      <a:pt x="133" y="206"/>
                      <a:pt x="138" y="207"/>
                      <a:pt x="143" y="205"/>
                    </a:cubicBezTo>
                    <a:cubicBezTo>
                      <a:pt x="154" y="197"/>
                      <a:pt x="154" y="197"/>
                      <a:pt x="154" y="197"/>
                    </a:cubicBezTo>
                    <a:cubicBezTo>
                      <a:pt x="158" y="195"/>
                      <a:pt x="159" y="189"/>
                      <a:pt x="157" y="185"/>
                    </a:cubicBezTo>
                    <a:close/>
                    <a:moveTo>
                      <a:pt x="144" y="193"/>
                    </a:moveTo>
                    <a:cubicBezTo>
                      <a:pt x="141" y="195"/>
                      <a:pt x="136" y="195"/>
                      <a:pt x="134" y="191"/>
                    </a:cubicBezTo>
                    <a:cubicBezTo>
                      <a:pt x="132" y="188"/>
                      <a:pt x="133" y="184"/>
                      <a:pt x="137" y="182"/>
                    </a:cubicBezTo>
                    <a:cubicBezTo>
                      <a:pt x="140" y="180"/>
                      <a:pt x="144" y="181"/>
                      <a:pt x="146" y="184"/>
                    </a:cubicBezTo>
                    <a:cubicBezTo>
                      <a:pt x="148" y="187"/>
                      <a:pt x="147" y="191"/>
                      <a:pt x="144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149">
                <a:extLst>
                  <a:ext uri="{FF2B5EF4-FFF2-40B4-BE49-F238E27FC236}">
                    <a16:creationId xmlns:a16="http://schemas.microsoft.com/office/drawing/2014/main" id="{35868660-FEC6-D6EC-0D57-1FECBC8EDE9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231691"/>
                <a:ext cx="231691" cy="227954"/>
              </a:xfrm>
              <a:custGeom>
                <a:avLst/>
                <a:gdLst>
                  <a:gd name="T0" fmla="*/ 91 w 105"/>
                  <a:gd name="T1" fmla="*/ 26 h 103"/>
                  <a:gd name="T2" fmla="*/ 97 w 105"/>
                  <a:gd name="T3" fmla="*/ 20 h 103"/>
                  <a:gd name="T4" fmla="*/ 84 w 105"/>
                  <a:gd name="T5" fmla="*/ 7 h 103"/>
                  <a:gd name="T6" fmla="*/ 78 w 105"/>
                  <a:gd name="T7" fmla="*/ 13 h 103"/>
                  <a:gd name="T8" fmla="*/ 62 w 105"/>
                  <a:gd name="T9" fmla="*/ 7 h 103"/>
                  <a:gd name="T10" fmla="*/ 62 w 105"/>
                  <a:gd name="T11" fmla="*/ 0 h 103"/>
                  <a:gd name="T12" fmla="*/ 43 w 105"/>
                  <a:gd name="T13" fmla="*/ 0 h 103"/>
                  <a:gd name="T14" fmla="*/ 43 w 105"/>
                  <a:gd name="T15" fmla="*/ 7 h 103"/>
                  <a:gd name="T16" fmla="*/ 28 w 105"/>
                  <a:gd name="T17" fmla="*/ 13 h 103"/>
                  <a:gd name="T18" fmla="*/ 22 w 105"/>
                  <a:gd name="T19" fmla="*/ 7 h 103"/>
                  <a:gd name="T20" fmla="*/ 8 w 105"/>
                  <a:gd name="T21" fmla="*/ 20 h 103"/>
                  <a:gd name="T22" fmla="*/ 15 w 105"/>
                  <a:gd name="T23" fmla="*/ 27 h 103"/>
                  <a:gd name="T24" fmla="*/ 8 w 105"/>
                  <a:gd name="T25" fmla="*/ 42 h 103"/>
                  <a:gd name="T26" fmla="*/ 0 w 105"/>
                  <a:gd name="T27" fmla="*/ 42 h 103"/>
                  <a:gd name="T28" fmla="*/ 0 w 105"/>
                  <a:gd name="T29" fmla="*/ 61 h 103"/>
                  <a:gd name="T30" fmla="*/ 9 w 105"/>
                  <a:gd name="T31" fmla="*/ 61 h 103"/>
                  <a:gd name="T32" fmla="*/ 15 w 105"/>
                  <a:gd name="T33" fmla="*/ 76 h 103"/>
                  <a:gd name="T34" fmla="*/ 9 w 105"/>
                  <a:gd name="T35" fmla="*/ 82 h 103"/>
                  <a:gd name="T36" fmla="*/ 22 w 105"/>
                  <a:gd name="T37" fmla="*/ 95 h 103"/>
                  <a:gd name="T38" fmla="*/ 28 w 105"/>
                  <a:gd name="T39" fmla="*/ 89 h 103"/>
                  <a:gd name="T40" fmla="*/ 43 w 105"/>
                  <a:gd name="T41" fmla="*/ 95 h 103"/>
                  <a:gd name="T42" fmla="*/ 43 w 105"/>
                  <a:gd name="T43" fmla="*/ 103 h 103"/>
                  <a:gd name="T44" fmla="*/ 62 w 105"/>
                  <a:gd name="T45" fmla="*/ 103 h 103"/>
                  <a:gd name="T46" fmla="*/ 62 w 105"/>
                  <a:gd name="T47" fmla="*/ 95 h 103"/>
                  <a:gd name="T48" fmla="*/ 77 w 105"/>
                  <a:gd name="T49" fmla="*/ 89 h 103"/>
                  <a:gd name="T50" fmla="*/ 83 w 105"/>
                  <a:gd name="T51" fmla="*/ 95 h 103"/>
                  <a:gd name="T52" fmla="*/ 96 w 105"/>
                  <a:gd name="T53" fmla="*/ 82 h 103"/>
                  <a:gd name="T54" fmla="*/ 91 w 105"/>
                  <a:gd name="T55" fmla="*/ 76 h 103"/>
                  <a:gd name="T56" fmla="*/ 97 w 105"/>
                  <a:gd name="T57" fmla="*/ 61 h 103"/>
                  <a:gd name="T58" fmla="*/ 105 w 105"/>
                  <a:gd name="T59" fmla="*/ 61 h 103"/>
                  <a:gd name="T60" fmla="*/ 105 w 105"/>
                  <a:gd name="T61" fmla="*/ 42 h 103"/>
                  <a:gd name="T62" fmla="*/ 97 w 105"/>
                  <a:gd name="T63" fmla="*/ 42 h 103"/>
                  <a:gd name="T64" fmla="*/ 91 w 105"/>
                  <a:gd name="T65" fmla="*/ 26 h 103"/>
                  <a:gd name="T66" fmla="*/ 53 w 105"/>
                  <a:gd name="T67" fmla="*/ 83 h 103"/>
                  <a:gd name="T68" fmla="*/ 21 w 105"/>
                  <a:gd name="T69" fmla="*/ 51 h 103"/>
                  <a:gd name="T70" fmla="*/ 53 w 105"/>
                  <a:gd name="T71" fmla="*/ 19 h 103"/>
                  <a:gd name="T72" fmla="*/ 85 w 105"/>
                  <a:gd name="T73" fmla="*/ 51 h 103"/>
                  <a:gd name="T74" fmla="*/ 53 w 105"/>
                  <a:gd name="T75" fmla="*/ 83 h 10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05"/>
                  <a:gd name="T115" fmla="*/ 0 h 103"/>
                  <a:gd name="T116" fmla="*/ 105 w 105"/>
                  <a:gd name="T117" fmla="*/ 103 h 10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05" h="103">
                    <a:moveTo>
                      <a:pt x="91" y="26"/>
                    </a:moveTo>
                    <a:cubicBezTo>
                      <a:pt x="97" y="20"/>
                      <a:pt x="97" y="20"/>
                      <a:pt x="97" y="20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3" y="10"/>
                      <a:pt x="67" y="8"/>
                      <a:pt x="62" y="7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38" y="8"/>
                      <a:pt x="33" y="10"/>
                      <a:pt x="28" y="13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2" y="31"/>
                      <a:pt x="10" y="36"/>
                      <a:pt x="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0" y="66"/>
                      <a:pt x="12" y="71"/>
                      <a:pt x="15" y="76"/>
                    </a:cubicBezTo>
                    <a:cubicBezTo>
                      <a:pt x="9" y="82"/>
                      <a:pt x="9" y="82"/>
                      <a:pt x="9" y="82"/>
                    </a:cubicBezTo>
                    <a:cubicBezTo>
                      <a:pt x="22" y="95"/>
                      <a:pt x="22" y="95"/>
                      <a:pt x="22" y="95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33" y="92"/>
                      <a:pt x="38" y="94"/>
                      <a:pt x="43" y="95"/>
                    </a:cubicBezTo>
                    <a:cubicBezTo>
                      <a:pt x="43" y="103"/>
                      <a:pt x="43" y="103"/>
                      <a:pt x="43" y="103"/>
                    </a:cubicBezTo>
                    <a:cubicBezTo>
                      <a:pt x="62" y="103"/>
                      <a:pt x="62" y="103"/>
                      <a:pt x="62" y="103"/>
                    </a:cubicBezTo>
                    <a:cubicBezTo>
                      <a:pt x="62" y="95"/>
                      <a:pt x="62" y="95"/>
                      <a:pt x="62" y="95"/>
                    </a:cubicBezTo>
                    <a:cubicBezTo>
                      <a:pt x="67" y="94"/>
                      <a:pt x="73" y="92"/>
                      <a:pt x="77" y="89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96" y="82"/>
                      <a:pt x="96" y="82"/>
                      <a:pt x="96" y="82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1"/>
                      <a:pt x="96" y="66"/>
                      <a:pt x="97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42"/>
                      <a:pt x="105" y="42"/>
                      <a:pt x="105" y="42"/>
                    </a:cubicBezTo>
                    <a:cubicBezTo>
                      <a:pt x="97" y="42"/>
                      <a:pt x="97" y="42"/>
                      <a:pt x="97" y="42"/>
                    </a:cubicBezTo>
                    <a:cubicBezTo>
                      <a:pt x="96" y="36"/>
                      <a:pt x="94" y="31"/>
                      <a:pt x="91" y="26"/>
                    </a:cubicBezTo>
                    <a:close/>
                    <a:moveTo>
                      <a:pt x="53" y="83"/>
                    </a:moveTo>
                    <a:cubicBezTo>
                      <a:pt x="35" y="83"/>
                      <a:pt x="21" y="69"/>
                      <a:pt x="21" y="51"/>
                    </a:cubicBezTo>
                    <a:cubicBezTo>
                      <a:pt x="21" y="33"/>
                      <a:pt x="35" y="19"/>
                      <a:pt x="53" y="19"/>
                    </a:cubicBezTo>
                    <a:cubicBezTo>
                      <a:pt x="71" y="19"/>
                      <a:pt x="85" y="33"/>
                      <a:pt x="85" y="51"/>
                    </a:cubicBezTo>
                    <a:cubicBezTo>
                      <a:pt x="85" y="69"/>
                      <a:pt x="71" y="83"/>
                      <a:pt x="53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Oval 150">
                <a:extLst>
                  <a:ext uri="{FF2B5EF4-FFF2-40B4-BE49-F238E27FC236}">
                    <a16:creationId xmlns:a16="http://schemas.microsoft.com/office/drawing/2014/main" id="{3A394089-E7AC-4FC6-7B0A-9F04080CD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60" y="326983"/>
                <a:ext cx="37370" cy="3737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9C73FB8-7BB0-09AD-4599-037F97A46FFD}"/>
              </a:ext>
            </a:extLst>
          </p:cNvPr>
          <p:cNvGrpSpPr/>
          <p:nvPr userDrawn="1"/>
        </p:nvGrpSpPr>
        <p:grpSpPr>
          <a:xfrm>
            <a:off x="931863" y="2265363"/>
            <a:ext cx="1665287" cy="3165475"/>
            <a:chOff x="931863" y="2265363"/>
            <a:chExt cx="1665287" cy="3165475"/>
          </a:xfrm>
        </p:grpSpPr>
        <p:sp>
          <p:nvSpPr>
            <p:cNvPr id="30" name="直接连接符 28">
              <a:extLst>
                <a:ext uri="{FF2B5EF4-FFF2-40B4-BE49-F238E27FC236}">
                  <a16:creationId xmlns:a16="http://schemas.microsoft.com/office/drawing/2014/main" id="{8D9605E8-A882-C8EC-8486-B8CC7F6F8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2362200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椭圆 29">
              <a:extLst>
                <a:ext uri="{FF2B5EF4-FFF2-40B4-BE49-F238E27FC236}">
                  <a16:creationId xmlns:a16="http://schemas.microsoft.com/office/drawing/2014/main" id="{07B9F789-90A9-1AF2-4D17-3C78CFF3B4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2265363"/>
              <a:ext cx="179387" cy="179387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直接连接符 30">
              <a:extLst>
                <a:ext uri="{FF2B5EF4-FFF2-40B4-BE49-F238E27FC236}">
                  <a16:creationId xmlns:a16="http://schemas.microsoft.com/office/drawing/2014/main" id="{EEF62790-9C05-E53E-0414-ECE2531DE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3856038"/>
              <a:ext cx="1582737" cy="1587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椭圆 31">
              <a:extLst>
                <a:ext uri="{FF2B5EF4-FFF2-40B4-BE49-F238E27FC236}">
                  <a16:creationId xmlns:a16="http://schemas.microsoft.com/office/drawing/2014/main" id="{E5B972FC-80FF-0908-FFC9-F32A8244E0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375920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直接连接符 32">
              <a:extLst>
                <a:ext uri="{FF2B5EF4-FFF2-40B4-BE49-F238E27FC236}">
                  <a16:creationId xmlns:a16="http://schemas.microsoft.com/office/drawing/2014/main" id="{BC21D4A8-8B9B-62DB-0976-732951B21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5348288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椭圆 33">
              <a:extLst>
                <a:ext uri="{FF2B5EF4-FFF2-40B4-BE49-F238E27FC236}">
                  <a16:creationId xmlns:a16="http://schemas.microsoft.com/office/drawing/2014/main" id="{05155A04-7DF2-525D-F87F-E7CA6E0CC8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525145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56A4B07-4177-3710-49F5-85A8068B9701}"/>
              </a:ext>
            </a:extLst>
          </p:cNvPr>
          <p:cNvGrpSpPr/>
          <p:nvPr userDrawn="1"/>
        </p:nvGrpSpPr>
        <p:grpSpPr>
          <a:xfrm>
            <a:off x="9629775" y="2270125"/>
            <a:ext cx="1698625" cy="3103563"/>
            <a:chOff x="9629775" y="2270125"/>
            <a:chExt cx="1698625" cy="3103563"/>
          </a:xfrm>
        </p:grpSpPr>
        <p:sp>
          <p:nvSpPr>
            <p:cNvPr id="43" name="直接连接符 34">
              <a:extLst>
                <a:ext uri="{FF2B5EF4-FFF2-40B4-BE49-F238E27FC236}">
                  <a16:creationId xmlns:a16="http://schemas.microsoft.com/office/drawing/2014/main" id="{5805695C-E718-B6BD-377B-FD2316613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29775" y="2354263"/>
              <a:ext cx="1584325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椭圆 35">
              <a:extLst>
                <a:ext uri="{FF2B5EF4-FFF2-40B4-BE49-F238E27FC236}">
                  <a16:creationId xmlns:a16="http://schemas.microsoft.com/office/drawing/2014/main" id="{5F4A10F2-D337-1C8D-0BD6-D6A1C99F40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15675" y="2270125"/>
              <a:ext cx="179388" cy="180975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直接连接符 36">
              <a:extLst>
                <a:ext uri="{FF2B5EF4-FFF2-40B4-BE49-F238E27FC236}">
                  <a16:creationId xmlns:a16="http://schemas.microsoft.com/office/drawing/2014/main" id="{2AAA46F1-DDE5-7C15-BC5B-5EC47BF46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3113" y="3783013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椭圆 37">
              <a:extLst>
                <a:ext uri="{FF2B5EF4-FFF2-40B4-BE49-F238E27FC236}">
                  <a16:creationId xmlns:a16="http://schemas.microsoft.com/office/drawing/2014/main" id="{04DF38B5-B118-27FB-9F5D-669F582FB8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49013" y="3698875"/>
              <a:ext cx="179387" cy="180975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直接连接符 38">
              <a:extLst>
                <a:ext uri="{FF2B5EF4-FFF2-40B4-BE49-F238E27FC236}">
                  <a16:creationId xmlns:a16="http://schemas.microsoft.com/office/drawing/2014/main" id="{E86E820F-EE37-B70B-59E4-8E9366600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3113" y="5276850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椭圆 39">
              <a:extLst>
                <a:ext uri="{FF2B5EF4-FFF2-40B4-BE49-F238E27FC236}">
                  <a16:creationId xmlns:a16="http://schemas.microsoft.com/office/drawing/2014/main" id="{564EBAD4-9F18-F7DD-E1B4-0760E7F5E5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49013" y="519430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8" name="文本占位符 89">
            <a:extLst>
              <a:ext uri="{FF2B5EF4-FFF2-40B4-BE49-F238E27FC236}">
                <a16:creationId xmlns:a16="http://schemas.microsoft.com/office/drawing/2014/main" id="{09929BF6-4C63-71BD-288F-8B01688F44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587" y="4882433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09" name="文本占位符 89">
            <a:extLst>
              <a:ext uri="{FF2B5EF4-FFF2-40B4-BE49-F238E27FC236}">
                <a16:creationId xmlns:a16="http://schemas.microsoft.com/office/drawing/2014/main" id="{8A24EF8B-560A-8A94-8D6E-C9C709C7FF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587" y="342419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0" name="文本占位符 89">
            <a:extLst>
              <a:ext uri="{FF2B5EF4-FFF2-40B4-BE49-F238E27FC236}">
                <a16:creationId xmlns:a16="http://schemas.microsoft.com/office/drawing/2014/main" id="{44683088-A4AE-F6A1-B5CF-769B97F97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587" y="189634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1" name="文本占位符 89">
            <a:extLst>
              <a:ext uri="{FF2B5EF4-FFF2-40B4-BE49-F238E27FC236}">
                <a16:creationId xmlns:a16="http://schemas.microsoft.com/office/drawing/2014/main" id="{6639257D-32E9-A87E-CB39-BFC6E45984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76803" y="1892938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2" name="文本占位符 89">
            <a:extLst>
              <a:ext uri="{FF2B5EF4-FFF2-40B4-BE49-F238E27FC236}">
                <a16:creationId xmlns:a16="http://schemas.microsoft.com/office/drawing/2014/main" id="{285F10A1-E6FC-F0C6-3F30-4C5041779D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0141" y="3302636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3" name="文本占位符 89">
            <a:extLst>
              <a:ext uri="{FF2B5EF4-FFF2-40B4-BE49-F238E27FC236}">
                <a16:creationId xmlns:a16="http://schemas.microsoft.com/office/drawing/2014/main" id="{C3DF8A3D-51C0-778C-14E2-AD09AD981B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10141" y="4818379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4" name="内容 2">
            <a:extLst>
              <a:ext uri="{FF2B5EF4-FFF2-40B4-BE49-F238E27FC236}">
                <a16:creationId xmlns:a16="http://schemas.microsoft.com/office/drawing/2014/main" id="{840642EB-9250-E6A5-451B-81B50728C66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48587" y="2500912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5" name="内容 2">
            <a:extLst>
              <a:ext uri="{FF2B5EF4-FFF2-40B4-BE49-F238E27FC236}">
                <a16:creationId xmlns:a16="http://schemas.microsoft.com/office/drawing/2014/main" id="{D1E694C0-AEF9-FC36-69CB-E9BBDA73E808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148587" y="3954463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6" name="内容 2">
            <a:extLst>
              <a:ext uri="{FF2B5EF4-FFF2-40B4-BE49-F238E27FC236}">
                <a16:creationId xmlns:a16="http://schemas.microsoft.com/office/drawing/2014/main" id="{28979630-D013-C835-32B4-F258033F874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148586" y="5463295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7" name="内容 2">
            <a:extLst>
              <a:ext uri="{FF2B5EF4-FFF2-40B4-BE49-F238E27FC236}">
                <a16:creationId xmlns:a16="http://schemas.microsoft.com/office/drawing/2014/main" id="{F0323199-3503-278A-0EB2-58D59D6D186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8311204" y="2413421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8" name="内容 2">
            <a:extLst>
              <a:ext uri="{FF2B5EF4-FFF2-40B4-BE49-F238E27FC236}">
                <a16:creationId xmlns:a16="http://schemas.microsoft.com/office/drawing/2014/main" id="{805CECE2-1DAD-0102-7809-A84400B3FD1C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337488" y="3843707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9" name="内容 2">
            <a:extLst>
              <a:ext uri="{FF2B5EF4-FFF2-40B4-BE49-F238E27FC236}">
                <a16:creationId xmlns:a16="http://schemas.microsoft.com/office/drawing/2014/main" id="{585241DF-0174-9500-F998-E2D5C681EB0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335401" y="5340240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137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E2E049-2BFC-6E5B-64E1-9D0B7577F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12F633-9759-3D1F-8E6E-93D17F2DBC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CFC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49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CFC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BC8CF6-DC73-4CA9-9CC6-12862AEC98E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3304" y="113218"/>
            <a:ext cx="772550" cy="73130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EDC6D25D-559C-4BF5-A066-93EB0F2F74F2}"/>
              </a:ext>
            </a:extLst>
          </p:cNvPr>
          <p:cNvGrpSpPr/>
          <p:nvPr userDrawn="1"/>
        </p:nvGrpSpPr>
        <p:grpSpPr>
          <a:xfrm flipH="1">
            <a:off x="54427" y="113218"/>
            <a:ext cx="3655424" cy="775056"/>
            <a:chOff x="655116" y="4216073"/>
            <a:chExt cx="4688128" cy="1038649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F228606-4A12-4CA5-8951-F5EF680031F3}"/>
                </a:ext>
              </a:extLst>
            </p:cNvPr>
            <p:cNvCxnSpPr/>
            <p:nvPr/>
          </p:nvCxnSpPr>
          <p:spPr>
            <a:xfrm>
              <a:off x="655116" y="5254722"/>
              <a:ext cx="4495098" cy="0"/>
            </a:xfrm>
            <a:prstGeom prst="line">
              <a:avLst/>
            </a:prstGeom>
            <a:ln w="19050">
              <a:gradFill>
                <a:gsLst>
                  <a:gs pos="0">
                    <a:schemeClr val="bg1"/>
                  </a:gs>
                  <a:gs pos="100000">
                    <a:srgbClr val="55B3FA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A33420F-5081-4C61-A889-E2AADD858BC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955681" y="4642124"/>
              <a:ext cx="387563" cy="42084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55B3FA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gradFill>
                  <a:gsLst>
                    <a:gs pos="0">
                      <a:schemeClr val="bg1"/>
                    </a:gs>
                    <a:gs pos="100000">
                      <a:srgbClr val="55B3FA"/>
                    </a:gs>
                  </a:gsLst>
                  <a:lin ang="5400000" scaled="1"/>
                </a:gradFill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7158701-677A-4B69-8C26-A66A4A515B7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568118" y="4216073"/>
              <a:ext cx="387563" cy="42084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55B3FA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gradFill>
                  <a:gsLst>
                    <a:gs pos="0">
                      <a:schemeClr val="bg1"/>
                    </a:gs>
                    <a:gs pos="100000">
                      <a:srgbClr val="55B3FA"/>
                    </a:gs>
                  </a:gsLst>
                  <a:lin ang="5400000" scaled="1"/>
                </a:gra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7C255D-B072-4F0D-99B3-E292136112B1}"/>
              </a:ext>
            </a:extLst>
          </p:cNvPr>
          <p:cNvGrpSpPr/>
          <p:nvPr userDrawn="1"/>
        </p:nvGrpSpPr>
        <p:grpSpPr>
          <a:xfrm>
            <a:off x="0" y="569503"/>
            <a:ext cx="12192965" cy="694056"/>
            <a:chOff x="0" y="623570"/>
            <a:chExt cx="12192965" cy="694056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F405C50-DF72-420F-AC2C-8E30471428E1}"/>
                </a:ext>
              </a:extLst>
            </p:cNvPr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055AD62-DAA9-4CB4-A8D5-FB7D6AF8FB4A}"/>
                </a:ext>
              </a:extLst>
            </p:cNvPr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76A7763-4AFE-46B9-ACA3-E3B29D0B8DA9}"/>
                </a:ext>
              </a:extLst>
            </p:cNvPr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4015044-BFBF-4CEC-8D6D-3B77337BEB56}"/>
                </a:ext>
              </a:extLst>
            </p:cNvPr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18BE3E0-65F7-49FB-A80C-CB7B8BE379D2}"/>
                </a:ext>
              </a:extLst>
            </p:cNvPr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0942B6F-D630-43C1-97EF-582269CCB5B1}"/>
                </a:ext>
              </a:extLst>
            </p:cNvPr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EB224A8-6AF1-4A51-BF20-F1D7F0301701}"/>
                </a:ext>
              </a:extLst>
            </p:cNvPr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88E6FFC-3E4B-4EAE-95C6-A95532426BC6}"/>
                </a:ext>
              </a:extLst>
            </p:cNvPr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127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62" r:id="rId3"/>
    <p:sldLayoutId id="2147483690" r:id="rId4"/>
    <p:sldLayoutId id="2147483671" r:id="rId5"/>
    <p:sldLayoutId id="2147483670" r:id="rId6"/>
    <p:sldLayoutId id="2147483669" r:id="rId7"/>
    <p:sldLayoutId id="2147483668" r:id="rId8"/>
    <p:sldLayoutId id="2147483667" r:id="rId9"/>
    <p:sldLayoutId id="2147483666" r:id="rId10"/>
    <p:sldLayoutId id="2147483665" r:id="rId11"/>
    <p:sldLayoutId id="2147483688" r:id="rId12"/>
    <p:sldLayoutId id="2147483689" r:id="rId13"/>
    <p:sldLayoutId id="2147483664" r:id="rId14"/>
  </p:sldLayoutIdLst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zh-CN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85AF2-09DD-49FD-4F52-14030B14E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7AF6F-D472-AE5F-FD75-CA54B6747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12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商务云科技大数据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1112121"/>
  <p:tag name="MH_LIBRARY" val="GRAPHIC"/>
  <p:tag name="MH_ORDER" val="Rectangle 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1112121"/>
  <p:tag name="MH_LIBRARY" val="GRAPHIC"/>
  <p:tag name="MH_ORDER" val="Rectangle 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包图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思源黑体 CN Light</vt:lpstr>
      <vt:lpstr>微软雅黑</vt:lpstr>
      <vt:lpstr>Arial</vt:lpstr>
      <vt:lpstr>包图主题2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、维国 陈</cp:lastModifiedBy>
  <cp:revision>62</cp:revision>
  <dcterms:created xsi:type="dcterms:W3CDTF">2017-07-11T08:34:15Z</dcterms:created>
  <dcterms:modified xsi:type="dcterms:W3CDTF">2026-08-05T06:19:21Z</dcterms:modified>
</cp:coreProperties>
</file>